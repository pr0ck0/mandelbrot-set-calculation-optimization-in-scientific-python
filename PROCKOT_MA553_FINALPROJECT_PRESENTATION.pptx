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D210A-46FC-45AB-87F4-3014ACCE9C36}" v="111" dt="2022-12-12T20:04:23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cko, Tyler T." userId="34c324ce-7d86-42b7-9036-9ad78cae068d" providerId="ADAL" clId="{844D210A-46FC-45AB-87F4-3014ACCE9C36}"/>
    <pc:docChg chg="undo redo custSel addSld delSld modSld addSection delSection modSection">
      <pc:chgData name="Procko, Tyler T." userId="34c324ce-7d86-42b7-9036-9ad78cae068d" providerId="ADAL" clId="{844D210A-46FC-45AB-87F4-3014ACCE9C36}" dt="2022-12-12T20:26:50.304" v="9452" actId="20577"/>
      <pc:docMkLst>
        <pc:docMk/>
      </pc:docMkLst>
      <pc:sldChg chg="addSp delSp modSp new mod">
        <pc:chgData name="Procko, Tyler T." userId="34c324ce-7d86-42b7-9036-9ad78cae068d" providerId="ADAL" clId="{844D210A-46FC-45AB-87F4-3014ACCE9C36}" dt="2022-12-12T20:19:16.391" v="9201" actId="2711"/>
        <pc:sldMkLst>
          <pc:docMk/>
          <pc:sldMk cId="3174476405" sldId="257"/>
        </pc:sldMkLst>
        <pc:spChg chg="mod">
          <ac:chgData name="Procko, Tyler T." userId="34c324ce-7d86-42b7-9036-9ad78cae068d" providerId="ADAL" clId="{844D210A-46FC-45AB-87F4-3014ACCE9C36}" dt="2022-12-12T16:33:23.088" v="26" actId="20577"/>
          <ac:spMkLst>
            <pc:docMk/>
            <pc:sldMk cId="3174476405" sldId="257"/>
            <ac:spMk id="2" creationId="{25B617FB-E2B5-6C3F-3647-F09E747980FF}"/>
          </ac:spMkLst>
        </pc:spChg>
        <pc:spChg chg="del">
          <ac:chgData name="Procko, Tyler T." userId="34c324ce-7d86-42b7-9036-9ad78cae068d" providerId="ADAL" clId="{844D210A-46FC-45AB-87F4-3014ACCE9C36}" dt="2022-12-12T17:37:15.041" v="642"/>
          <ac:spMkLst>
            <pc:docMk/>
            <pc:sldMk cId="3174476405" sldId="257"/>
            <ac:spMk id="3" creationId="{40ACEA9A-1567-666B-C671-9618C978EB86}"/>
          </ac:spMkLst>
        </pc:spChg>
        <pc:spChg chg="add mod">
          <ac:chgData name="Procko, Tyler T." userId="34c324ce-7d86-42b7-9036-9ad78cae068d" providerId="ADAL" clId="{844D210A-46FC-45AB-87F4-3014ACCE9C36}" dt="2022-12-12T18:04:15.157" v="2371" actId="123"/>
          <ac:spMkLst>
            <pc:docMk/>
            <pc:sldMk cId="3174476405" sldId="257"/>
            <ac:spMk id="7" creationId="{8E963CC5-D4BE-9DFC-D531-D345B8405E1F}"/>
          </ac:spMkLst>
        </pc:spChg>
        <pc:spChg chg="add mod">
          <ac:chgData name="Procko, Tyler T." userId="34c324ce-7d86-42b7-9036-9ad78cae068d" providerId="ADAL" clId="{844D210A-46FC-45AB-87F4-3014ACCE9C36}" dt="2022-12-12T17:47:51.974" v="1334" actId="1076"/>
          <ac:spMkLst>
            <pc:docMk/>
            <pc:sldMk cId="3174476405" sldId="257"/>
            <ac:spMk id="9" creationId="{A7D012AF-A0D8-7C42-CFEF-F64C4FEB0FA1}"/>
          </ac:spMkLst>
        </pc:spChg>
        <pc:spChg chg="add mod">
          <ac:chgData name="Procko, Tyler T." userId="34c324ce-7d86-42b7-9036-9ad78cae068d" providerId="ADAL" clId="{844D210A-46FC-45AB-87F4-3014ACCE9C36}" dt="2022-12-12T20:19:16.391" v="9201" actId="2711"/>
          <ac:spMkLst>
            <pc:docMk/>
            <pc:sldMk cId="3174476405" sldId="257"/>
            <ac:spMk id="10" creationId="{DC53E1AA-161C-54F4-A237-D2B54E172B41}"/>
          </ac:spMkLst>
        </pc:spChg>
        <pc:picChg chg="add del">
          <ac:chgData name="Procko, Tyler T." userId="34c324ce-7d86-42b7-9036-9ad78cae068d" providerId="ADAL" clId="{844D210A-46FC-45AB-87F4-3014ACCE9C36}" dt="2022-12-12T17:36:38.360" v="641" actId="478"/>
          <ac:picMkLst>
            <pc:docMk/>
            <pc:sldMk cId="3174476405" sldId="257"/>
            <ac:picMk id="4" creationId="{1C7E1BF8-BAD4-291B-482F-C1ED24F81CD5}"/>
          </ac:picMkLst>
        </pc:picChg>
        <pc:picChg chg="add mod">
          <ac:chgData name="Procko, Tyler T." userId="34c324ce-7d86-42b7-9036-9ad78cae068d" providerId="ADAL" clId="{844D210A-46FC-45AB-87F4-3014ACCE9C36}" dt="2022-12-12T17:46:41.808" v="1308" actId="1076"/>
          <ac:picMkLst>
            <pc:docMk/>
            <pc:sldMk cId="3174476405" sldId="257"/>
            <ac:picMk id="6" creationId="{D23E4DF3-A0B7-081C-B504-578FAAD5C5BA}"/>
          </ac:picMkLst>
        </pc:picChg>
        <pc:picChg chg="add mod">
          <ac:chgData name="Procko, Tyler T." userId="34c324ce-7d86-42b7-9036-9ad78cae068d" providerId="ADAL" clId="{844D210A-46FC-45AB-87F4-3014ACCE9C36}" dt="2022-12-12T17:46:37.011" v="1307" actId="1076"/>
          <ac:picMkLst>
            <pc:docMk/>
            <pc:sldMk cId="3174476405" sldId="257"/>
            <ac:picMk id="11" creationId="{3E5E09D6-76D9-3672-3500-968FEB96C60F}"/>
          </ac:picMkLst>
        </pc:picChg>
      </pc:sldChg>
      <pc:sldChg chg="addSp delSp modSp new mod">
        <pc:chgData name="Procko, Tyler T." userId="34c324ce-7d86-42b7-9036-9ad78cae068d" providerId="ADAL" clId="{844D210A-46FC-45AB-87F4-3014ACCE9C36}" dt="2022-12-12T20:19:31.897" v="9225" actId="20577"/>
        <pc:sldMkLst>
          <pc:docMk/>
          <pc:sldMk cId="277911038" sldId="258"/>
        </pc:sldMkLst>
        <pc:spChg chg="mod">
          <ac:chgData name="Procko, Tyler T." userId="34c324ce-7d86-42b7-9036-9ad78cae068d" providerId="ADAL" clId="{844D210A-46FC-45AB-87F4-3014ACCE9C36}" dt="2022-12-12T17:06:46.120" v="82" actId="20577"/>
          <ac:spMkLst>
            <pc:docMk/>
            <pc:sldMk cId="277911038" sldId="258"/>
            <ac:spMk id="2" creationId="{EAC5F5EB-DCB7-3FD9-9653-A6F5C59F4FD8}"/>
          </ac:spMkLst>
        </pc:spChg>
        <pc:spChg chg="del">
          <ac:chgData name="Procko, Tyler T." userId="34c324ce-7d86-42b7-9036-9ad78cae068d" providerId="ADAL" clId="{844D210A-46FC-45AB-87F4-3014ACCE9C36}" dt="2022-12-12T17:22:39.693" v="500"/>
          <ac:spMkLst>
            <pc:docMk/>
            <pc:sldMk cId="277911038" sldId="258"/>
            <ac:spMk id="3" creationId="{DB0A79CB-4146-2A20-F93C-3D78BE97DF98}"/>
          </ac:spMkLst>
        </pc:spChg>
        <pc:spChg chg="add mod">
          <ac:chgData name="Procko, Tyler T." userId="34c324ce-7d86-42b7-9036-9ad78cae068d" providerId="ADAL" clId="{844D210A-46FC-45AB-87F4-3014ACCE9C36}" dt="2022-12-12T20:19:31.897" v="9225" actId="20577"/>
          <ac:spMkLst>
            <pc:docMk/>
            <pc:sldMk cId="277911038" sldId="258"/>
            <ac:spMk id="5" creationId="{4BFB1ABB-08F9-B880-6533-0C98A682C287}"/>
          </ac:spMkLst>
        </pc:spChg>
        <pc:graphicFrameChg chg="add mod modGraphic">
          <ac:chgData name="Procko, Tyler T." userId="34c324ce-7d86-42b7-9036-9ad78cae068d" providerId="ADAL" clId="{844D210A-46FC-45AB-87F4-3014ACCE9C36}" dt="2022-12-12T17:23:29.585" v="511" actId="20577"/>
          <ac:graphicFrameMkLst>
            <pc:docMk/>
            <pc:sldMk cId="277911038" sldId="258"/>
            <ac:graphicFrameMk id="4" creationId="{D4BE0DB2-637B-F571-09D1-47D69210EECA}"/>
          </ac:graphicFrameMkLst>
        </pc:graphicFrameChg>
      </pc:sldChg>
      <pc:sldChg chg="addSp modSp add mod">
        <pc:chgData name="Procko, Tyler T." userId="34c324ce-7d86-42b7-9036-9ad78cae068d" providerId="ADAL" clId="{844D210A-46FC-45AB-87F4-3014ACCE9C36}" dt="2022-12-12T18:26:59.507" v="3963" actId="123"/>
        <pc:sldMkLst>
          <pc:docMk/>
          <pc:sldMk cId="2259437102" sldId="259"/>
        </pc:sldMkLst>
        <pc:spChg chg="mod">
          <ac:chgData name="Procko, Tyler T." userId="34c324ce-7d86-42b7-9036-9ad78cae068d" providerId="ADAL" clId="{844D210A-46FC-45AB-87F4-3014ACCE9C36}" dt="2022-12-12T18:26:59.507" v="3963" actId="123"/>
          <ac:spMkLst>
            <pc:docMk/>
            <pc:sldMk cId="2259437102" sldId="259"/>
            <ac:spMk id="3" creationId="{DB0A79CB-4146-2A20-F93C-3D78BE97DF98}"/>
          </ac:spMkLst>
        </pc:spChg>
        <pc:spChg chg="add mod">
          <ac:chgData name="Procko, Tyler T." userId="34c324ce-7d86-42b7-9036-9ad78cae068d" providerId="ADAL" clId="{844D210A-46FC-45AB-87F4-3014ACCE9C36}" dt="2022-12-12T18:08:52.791" v="2545" actId="1036"/>
          <ac:spMkLst>
            <pc:docMk/>
            <pc:sldMk cId="2259437102" sldId="259"/>
            <ac:spMk id="5" creationId="{60F5134D-0134-F95C-5950-04FF3A678B6F}"/>
          </ac:spMkLst>
        </pc:spChg>
        <pc:picChg chg="add mod">
          <ac:chgData name="Procko, Tyler T." userId="34c324ce-7d86-42b7-9036-9ad78cae068d" providerId="ADAL" clId="{844D210A-46FC-45AB-87F4-3014ACCE9C36}" dt="2022-12-12T17:23:54.359" v="513" actId="1076"/>
          <ac:picMkLst>
            <pc:docMk/>
            <pc:sldMk cId="2259437102" sldId="259"/>
            <ac:picMk id="4" creationId="{3D5F49E6-C6DF-427D-F2F5-DFBFAE2E9847}"/>
          </ac:picMkLst>
        </pc:picChg>
      </pc:sldChg>
      <pc:sldChg chg="addSp delSp modSp new mod">
        <pc:chgData name="Procko, Tyler T." userId="34c324ce-7d86-42b7-9036-9ad78cae068d" providerId="ADAL" clId="{844D210A-46FC-45AB-87F4-3014ACCE9C36}" dt="2022-12-12T20:01:43.960" v="8157" actId="478"/>
        <pc:sldMkLst>
          <pc:docMk/>
          <pc:sldMk cId="1187916215" sldId="260"/>
        </pc:sldMkLst>
        <pc:spChg chg="mod">
          <ac:chgData name="Procko, Tyler T." userId="34c324ce-7d86-42b7-9036-9ad78cae068d" providerId="ADAL" clId="{844D210A-46FC-45AB-87F4-3014ACCE9C36}" dt="2022-12-12T17:07:46.023" v="92" actId="20577"/>
          <ac:spMkLst>
            <pc:docMk/>
            <pc:sldMk cId="1187916215" sldId="260"/>
            <ac:spMk id="2" creationId="{D6482E1F-776A-E767-C218-65E328BBC9D2}"/>
          </ac:spMkLst>
        </pc:spChg>
        <pc:spChg chg="mod">
          <ac:chgData name="Procko, Tyler T." userId="34c324ce-7d86-42b7-9036-9ad78cae068d" providerId="ADAL" clId="{844D210A-46FC-45AB-87F4-3014ACCE9C36}" dt="2022-12-12T18:26:53.672" v="3960" actId="123"/>
          <ac:spMkLst>
            <pc:docMk/>
            <pc:sldMk cId="1187916215" sldId="260"/>
            <ac:spMk id="3" creationId="{99B59B73-3FA6-CCEA-B2FE-7692EA03494E}"/>
          </ac:spMkLst>
        </pc:spChg>
        <pc:spChg chg="add mod">
          <ac:chgData name="Procko, Tyler T." userId="34c324ce-7d86-42b7-9036-9ad78cae068d" providerId="ADAL" clId="{844D210A-46FC-45AB-87F4-3014ACCE9C36}" dt="2022-12-12T20:00:12.070" v="8127" actId="14100"/>
          <ac:spMkLst>
            <pc:docMk/>
            <pc:sldMk cId="1187916215" sldId="260"/>
            <ac:spMk id="5" creationId="{643EEF4C-3B9C-40E8-EC43-DE11788B37AC}"/>
          </ac:spMkLst>
        </pc:spChg>
        <pc:spChg chg="add mod">
          <ac:chgData name="Procko, Tyler T." userId="34c324ce-7d86-42b7-9036-9ad78cae068d" providerId="ADAL" clId="{844D210A-46FC-45AB-87F4-3014ACCE9C36}" dt="2022-12-12T20:01:13.848" v="8136" actId="1076"/>
          <ac:spMkLst>
            <pc:docMk/>
            <pc:sldMk cId="1187916215" sldId="260"/>
            <ac:spMk id="6" creationId="{88060A97-07FE-A2A6-F941-78ED9AC8B5FD}"/>
          </ac:spMkLst>
        </pc:spChg>
        <pc:spChg chg="add mod">
          <ac:chgData name="Procko, Tyler T." userId="34c324ce-7d86-42b7-9036-9ad78cae068d" providerId="ADAL" clId="{844D210A-46FC-45AB-87F4-3014ACCE9C36}" dt="2022-12-12T20:01:16.234" v="8138" actId="1076"/>
          <ac:spMkLst>
            <pc:docMk/>
            <pc:sldMk cId="1187916215" sldId="260"/>
            <ac:spMk id="7" creationId="{21B03A28-0A0C-73C4-09D7-F164A9A64C8A}"/>
          </ac:spMkLst>
        </pc:spChg>
        <pc:spChg chg="add del mod">
          <ac:chgData name="Procko, Tyler T." userId="34c324ce-7d86-42b7-9036-9ad78cae068d" providerId="ADAL" clId="{844D210A-46FC-45AB-87F4-3014ACCE9C36}" dt="2022-12-12T20:01:43.960" v="8157" actId="478"/>
          <ac:spMkLst>
            <pc:docMk/>
            <pc:sldMk cId="1187916215" sldId="260"/>
            <ac:spMk id="8" creationId="{5D301A64-7554-9018-DCAB-923FD8FF88DB}"/>
          </ac:spMkLst>
        </pc:spChg>
        <pc:picChg chg="add mod">
          <ac:chgData name="Procko, Tyler T." userId="34c324ce-7d86-42b7-9036-9ad78cae068d" providerId="ADAL" clId="{844D210A-46FC-45AB-87F4-3014ACCE9C36}" dt="2022-12-12T20:01:33.755" v="8146" actId="1036"/>
          <ac:picMkLst>
            <pc:docMk/>
            <pc:sldMk cId="1187916215" sldId="260"/>
            <ac:picMk id="4" creationId="{AA88C738-6B4C-0E2C-2BD7-AA963CC2B85E}"/>
          </ac:picMkLst>
        </pc:picChg>
      </pc:sldChg>
      <pc:sldChg chg="addSp modSp new mod">
        <pc:chgData name="Procko, Tyler T." userId="34c324ce-7d86-42b7-9036-9ad78cae068d" providerId="ADAL" clId="{844D210A-46FC-45AB-87F4-3014ACCE9C36}" dt="2022-12-12T18:33:04.297" v="4733" actId="20577"/>
        <pc:sldMkLst>
          <pc:docMk/>
          <pc:sldMk cId="2249684222" sldId="261"/>
        </pc:sldMkLst>
        <pc:spChg chg="mod">
          <ac:chgData name="Procko, Tyler T." userId="34c324ce-7d86-42b7-9036-9ad78cae068d" providerId="ADAL" clId="{844D210A-46FC-45AB-87F4-3014ACCE9C36}" dt="2022-12-12T18:30:08.896" v="4116" actId="20577"/>
          <ac:spMkLst>
            <pc:docMk/>
            <pc:sldMk cId="2249684222" sldId="261"/>
            <ac:spMk id="2" creationId="{1493145F-94C5-CFD3-2AF9-467CE8808120}"/>
          </ac:spMkLst>
        </pc:spChg>
        <pc:spChg chg="mod">
          <ac:chgData name="Procko, Tyler T." userId="34c324ce-7d86-42b7-9036-9ad78cae068d" providerId="ADAL" clId="{844D210A-46FC-45AB-87F4-3014ACCE9C36}" dt="2022-12-12T18:33:04.297" v="4733" actId="20577"/>
          <ac:spMkLst>
            <pc:docMk/>
            <pc:sldMk cId="2249684222" sldId="261"/>
            <ac:spMk id="3" creationId="{E406C1AB-2D78-7C3C-8F86-77720FDCF937}"/>
          </ac:spMkLst>
        </pc:spChg>
        <pc:spChg chg="add mod">
          <ac:chgData name="Procko, Tyler T." userId="34c324ce-7d86-42b7-9036-9ad78cae068d" providerId="ADAL" clId="{844D210A-46FC-45AB-87F4-3014ACCE9C36}" dt="2022-12-12T18:32:47.407" v="4715" actId="14100"/>
          <ac:spMkLst>
            <pc:docMk/>
            <pc:sldMk cId="2249684222" sldId="261"/>
            <ac:spMk id="6" creationId="{0E055B16-ACCA-0281-35E6-96BC12156054}"/>
          </ac:spMkLst>
        </pc:spChg>
        <pc:picChg chg="add mod">
          <ac:chgData name="Procko, Tyler T." userId="34c324ce-7d86-42b7-9036-9ad78cae068d" providerId="ADAL" clId="{844D210A-46FC-45AB-87F4-3014ACCE9C36}" dt="2022-12-12T17:24:31.911" v="525" actId="1076"/>
          <ac:picMkLst>
            <pc:docMk/>
            <pc:sldMk cId="2249684222" sldId="261"/>
            <ac:picMk id="4" creationId="{43FFAD11-7F24-196F-41AA-2F67D962603C}"/>
          </ac:picMkLst>
        </pc:picChg>
        <pc:picChg chg="add mod">
          <ac:chgData name="Procko, Tyler T." userId="34c324ce-7d86-42b7-9036-9ad78cae068d" providerId="ADAL" clId="{844D210A-46FC-45AB-87F4-3014ACCE9C36}" dt="2022-12-12T18:32:32.606" v="4710" actId="1076"/>
          <ac:picMkLst>
            <pc:docMk/>
            <pc:sldMk cId="2249684222" sldId="261"/>
            <ac:picMk id="5" creationId="{2918C170-F10E-87B4-4237-D6D7F66546EC}"/>
          </ac:picMkLst>
        </pc:picChg>
      </pc:sldChg>
      <pc:sldChg chg="addSp delSp modSp new mod">
        <pc:chgData name="Procko, Tyler T." userId="34c324ce-7d86-42b7-9036-9ad78cae068d" providerId="ADAL" clId="{844D210A-46FC-45AB-87F4-3014ACCE9C36}" dt="2022-12-12T20:12:10.818" v="8748" actId="5793"/>
        <pc:sldMkLst>
          <pc:docMk/>
          <pc:sldMk cId="1524843835" sldId="262"/>
        </pc:sldMkLst>
        <pc:spChg chg="mod">
          <ac:chgData name="Procko, Tyler T." userId="34c324ce-7d86-42b7-9036-9ad78cae068d" providerId="ADAL" clId="{844D210A-46FC-45AB-87F4-3014ACCE9C36}" dt="2022-12-12T17:08:12.658" v="139" actId="20577"/>
          <ac:spMkLst>
            <pc:docMk/>
            <pc:sldMk cId="1524843835" sldId="262"/>
            <ac:spMk id="2" creationId="{2F5F1F85-43C4-DFAE-45EA-76946E54C9BD}"/>
          </ac:spMkLst>
        </pc:spChg>
        <pc:spChg chg="del">
          <ac:chgData name="Procko, Tyler T." userId="34c324ce-7d86-42b7-9036-9ad78cae068d" providerId="ADAL" clId="{844D210A-46FC-45AB-87F4-3014ACCE9C36}" dt="2022-12-12T18:24:57.422" v="3692"/>
          <ac:spMkLst>
            <pc:docMk/>
            <pc:sldMk cId="1524843835" sldId="262"/>
            <ac:spMk id="3" creationId="{1976AAA6-D34B-D6B3-0005-A4B02B16A329}"/>
          </ac:spMkLst>
        </pc:spChg>
        <pc:spChg chg="add mod">
          <ac:chgData name="Procko, Tyler T." userId="34c324ce-7d86-42b7-9036-9ad78cae068d" providerId="ADAL" clId="{844D210A-46FC-45AB-87F4-3014ACCE9C36}" dt="2022-12-12T20:12:10.818" v="8748" actId="5793"/>
          <ac:spMkLst>
            <pc:docMk/>
            <pc:sldMk cId="1524843835" sldId="262"/>
            <ac:spMk id="5" creationId="{5F594E2B-5809-2157-2EC5-8022ABF36F46}"/>
          </ac:spMkLst>
        </pc:spChg>
        <pc:picChg chg="add mod">
          <ac:chgData name="Procko, Tyler T." userId="34c324ce-7d86-42b7-9036-9ad78cae068d" providerId="ADAL" clId="{844D210A-46FC-45AB-87F4-3014ACCE9C36}" dt="2022-12-12T18:26:39.187" v="3955" actId="14100"/>
          <ac:picMkLst>
            <pc:docMk/>
            <pc:sldMk cId="1524843835" sldId="262"/>
            <ac:picMk id="4" creationId="{F70DE727-631B-340E-85F2-AE27C82B4179}"/>
          </ac:picMkLst>
        </pc:picChg>
      </pc:sldChg>
      <pc:sldChg chg="addSp modSp add mod">
        <pc:chgData name="Procko, Tyler T." userId="34c324ce-7d86-42b7-9036-9ad78cae068d" providerId="ADAL" clId="{844D210A-46FC-45AB-87F4-3014ACCE9C36}" dt="2022-12-12T18:27:16.686" v="3970" actId="1076"/>
        <pc:sldMkLst>
          <pc:docMk/>
          <pc:sldMk cId="1644307991" sldId="263"/>
        </pc:sldMkLst>
        <pc:spChg chg="mod">
          <ac:chgData name="Procko, Tyler T." userId="34c324ce-7d86-42b7-9036-9ad78cae068d" providerId="ADAL" clId="{844D210A-46FC-45AB-87F4-3014ACCE9C36}" dt="2022-12-12T17:08:19.904" v="158" actId="20577"/>
          <ac:spMkLst>
            <pc:docMk/>
            <pc:sldMk cId="1644307991" sldId="263"/>
            <ac:spMk id="2" creationId="{2F5F1F85-43C4-DFAE-45EA-76946E54C9BD}"/>
          </ac:spMkLst>
        </pc:spChg>
        <pc:spChg chg="mod">
          <ac:chgData name="Procko, Tyler T." userId="34c324ce-7d86-42b7-9036-9ad78cae068d" providerId="ADAL" clId="{844D210A-46FC-45AB-87F4-3014ACCE9C36}" dt="2022-12-12T18:27:09.805" v="3968" actId="404"/>
          <ac:spMkLst>
            <pc:docMk/>
            <pc:sldMk cId="1644307991" sldId="263"/>
            <ac:spMk id="3" creationId="{1976AAA6-D34B-D6B3-0005-A4B02B16A329}"/>
          </ac:spMkLst>
        </pc:spChg>
        <pc:picChg chg="add mod">
          <ac:chgData name="Procko, Tyler T." userId="34c324ce-7d86-42b7-9036-9ad78cae068d" providerId="ADAL" clId="{844D210A-46FC-45AB-87F4-3014ACCE9C36}" dt="2022-12-12T18:27:16.686" v="3970" actId="1076"/>
          <ac:picMkLst>
            <pc:docMk/>
            <pc:sldMk cId="1644307991" sldId="263"/>
            <ac:picMk id="4" creationId="{B42A9734-973F-5F96-5856-350A8C97CF95}"/>
          </ac:picMkLst>
        </pc:picChg>
      </pc:sldChg>
      <pc:sldChg chg="addSp modSp new mod">
        <pc:chgData name="Procko, Tyler T." userId="34c324ce-7d86-42b7-9036-9ad78cae068d" providerId="ADAL" clId="{844D210A-46FC-45AB-87F4-3014ACCE9C36}" dt="2022-12-12T20:21:42.692" v="9226" actId="20577"/>
        <pc:sldMkLst>
          <pc:docMk/>
          <pc:sldMk cId="752765325" sldId="264"/>
        </pc:sldMkLst>
        <pc:spChg chg="mod">
          <ac:chgData name="Procko, Tyler T." userId="34c324ce-7d86-42b7-9036-9ad78cae068d" providerId="ADAL" clId="{844D210A-46FC-45AB-87F4-3014ACCE9C36}" dt="2022-12-12T17:09:07.308" v="256" actId="20577"/>
          <ac:spMkLst>
            <pc:docMk/>
            <pc:sldMk cId="752765325" sldId="264"/>
            <ac:spMk id="2" creationId="{F6C40B14-B518-9563-D0B3-37270856E1ED}"/>
          </ac:spMkLst>
        </pc:spChg>
        <pc:spChg chg="mod">
          <ac:chgData name="Procko, Tyler T." userId="34c324ce-7d86-42b7-9036-9ad78cae068d" providerId="ADAL" clId="{844D210A-46FC-45AB-87F4-3014ACCE9C36}" dt="2022-12-12T20:21:42.692" v="9226" actId="20577"/>
          <ac:spMkLst>
            <pc:docMk/>
            <pc:sldMk cId="752765325" sldId="264"/>
            <ac:spMk id="3" creationId="{7CC7DDF7-2811-1A1D-F8B9-DED1B9BC5143}"/>
          </ac:spMkLst>
        </pc:spChg>
        <pc:spChg chg="add mod">
          <ac:chgData name="Procko, Tyler T." userId="34c324ce-7d86-42b7-9036-9ad78cae068d" providerId="ADAL" clId="{844D210A-46FC-45AB-87F4-3014ACCE9C36}" dt="2022-12-12T19:10:54.408" v="5816" actId="1076"/>
          <ac:spMkLst>
            <pc:docMk/>
            <pc:sldMk cId="752765325" sldId="264"/>
            <ac:spMk id="5" creationId="{158626BD-3FFE-DED8-A318-901CC5133AD7}"/>
          </ac:spMkLst>
        </pc:spChg>
        <pc:picChg chg="add mod">
          <ac:chgData name="Procko, Tyler T." userId="34c324ce-7d86-42b7-9036-9ad78cae068d" providerId="ADAL" clId="{844D210A-46FC-45AB-87F4-3014ACCE9C36}" dt="2022-12-12T19:10:47.627" v="5813" actId="1076"/>
          <ac:picMkLst>
            <pc:docMk/>
            <pc:sldMk cId="752765325" sldId="264"/>
            <ac:picMk id="4" creationId="{1F67EA3E-92C8-EFBC-32BA-A651A1E9CEB8}"/>
          </ac:picMkLst>
        </pc:picChg>
      </pc:sldChg>
      <pc:sldChg chg="addSp modSp new mod">
        <pc:chgData name="Procko, Tyler T." userId="34c324ce-7d86-42b7-9036-9ad78cae068d" providerId="ADAL" clId="{844D210A-46FC-45AB-87F4-3014ACCE9C36}" dt="2022-12-12T19:14:06.089" v="6004" actId="14100"/>
        <pc:sldMkLst>
          <pc:docMk/>
          <pc:sldMk cId="2434111605" sldId="265"/>
        </pc:sldMkLst>
        <pc:spChg chg="mod">
          <ac:chgData name="Procko, Tyler T." userId="34c324ce-7d86-42b7-9036-9ad78cae068d" providerId="ADAL" clId="{844D210A-46FC-45AB-87F4-3014ACCE9C36}" dt="2022-12-12T17:09:09.564" v="257" actId="20577"/>
          <ac:spMkLst>
            <pc:docMk/>
            <pc:sldMk cId="2434111605" sldId="265"/>
            <ac:spMk id="2" creationId="{D88143A7-D202-F41B-6377-F2644854B77E}"/>
          </ac:spMkLst>
        </pc:spChg>
        <pc:spChg chg="mod">
          <ac:chgData name="Procko, Tyler T." userId="34c324ce-7d86-42b7-9036-9ad78cae068d" providerId="ADAL" clId="{844D210A-46FC-45AB-87F4-3014ACCE9C36}" dt="2022-12-12T19:14:06.089" v="6004" actId="14100"/>
          <ac:spMkLst>
            <pc:docMk/>
            <pc:sldMk cId="2434111605" sldId="265"/>
            <ac:spMk id="3" creationId="{2702BEC1-E935-8FD3-71F3-86F544CBE60C}"/>
          </ac:spMkLst>
        </pc:spChg>
        <pc:picChg chg="add mod">
          <ac:chgData name="Procko, Tyler T." userId="34c324ce-7d86-42b7-9036-9ad78cae068d" providerId="ADAL" clId="{844D210A-46FC-45AB-87F4-3014ACCE9C36}" dt="2022-12-12T19:14:02.652" v="6003" actId="1076"/>
          <ac:picMkLst>
            <pc:docMk/>
            <pc:sldMk cId="2434111605" sldId="265"/>
            <ac:picMk id="4" creationId="{FB79BAF2-8F44-8197-3C19-FDF0A5F8644F}"/>
          </ac:picMkLst>
        </pc:picChg>
      </pc:sldChg>
      <pc:sldChg chg="addSp delSp modSp new mod">
        <pc:chgData name="Procko, Tyler T." userId="34c324ce-7d86-42b7-9036-9ad78cae068d" providerId="ADAL" clId="{844D210A-46FC-45AB-87F4-3014ACCE9C36}" dt="2022-12-12T17:11:27.286" v="495" actId="20577"/>
        <pc:sldMkLst>
          <pc:docMk/>
          <pc:sldMk cId="203061076" sldId="266"/>
        </pc:sldMkLst>
        <pc:spChg chg="mod">
          <ac:chgData name="Procko, Tyler T." userId="34c324ce-7d86-42b7-9036-9ad78cae068d" providerId="ADAL" clId="{844D210A-46FC-45AB-87F4-3014ACCE9C36}" dt="2022-12-12T17:11:27.286" v="495" actId="20577"/>
          <ac:spMkLst>
            <pc:docMk/>
            <pc:sldMk cId="203061076" sldId="266"/>
            <ac:spMk id="2" creationId="{E0087754-A8C3-0690-CBE7-432FA3F041EA}"/>
          </ac:spMkLst>
        </pc:spChg>
        <pc:spChg chg="del">
          <ac:chgData name="Procko, Tyler T." userId="34c324ce-7d86-42b7-9036-9ad78cae068d" providerId="ADAL" clId="{844D210A-46FC-45AB-87F4-3014ACCE9C36}" dt="2022-12-12T17:11:01.785" v="470" actId="478"/>
          <ac:spMkLst>
            <pc:docMk/>
            <pc:sldMk cId="203061076" sldId="266"/>
            <ac:spMk id="3" creationId="{B0CDF850-EA3B-AC1E-B560-05D8D22C4DCB}"/>
          </ac:spMkLst>
        </pc:spChg>
        <pc:graphicFrameChg chg="add mod">
          <ac:chgData name="Procko, Tyler T." userId="34c324ce-7d86-42b7-9036-9ad78cae068d" providerId="ADAL" clId="{844D210A-46FC-45AB-87F4-3014ACCE9C36}" dt="2022-12-12T17:11:16.821" v="472" actId="1076"/>
          <ac:graphicFrameMkLst>
            <pc:docMk/>
            <pc:sldMk cId="203061076" sldId="266"/>
            <ac:graphicFrameMk id="4" creationId="{0328FB1F-B215-AA5F-440F-0E3AAE23B69F}"/>
          </ac:graphicFrameMkLst>
        </pc:graphicFrameChg>
      </pc:sldChg>
      <pc:sldChg chg="addSp modSp new mod">
        <pc:chgData name="Procko, Tyler T." userId="34c324ce-7d86-42b7-9036-9ad78cae068d" providerId="ADAL" clId="{844D210A-46FC-45AB-87F4-3014ACCE9C36}" dt="2022-12-12T19:29:29.240" v="6963" actId="123"/>
        <pc:sldMkLst>
          <pc:docMk/>
          <pc:sldMk cId="3624128740" sldId="267"/>
        </pc:sldMkLst>
        <pc:spChg chg="mod">
          <ac:chgData name="Procko, Tyler T." userId="34c324ce-7d86-42b7-9036-9ad78cae068d" providerId="ADAL" clId="{844D210A-46FC-45AB-87F4-3014ACCE9C36}" dt="2022-12-12T17:09:21.377" v="296" actId="20577"/>
          <ac:spMkLst>
            <pc:docMk/>
            <pc:sldMk cId="3624128740" sldId="267"/>
            <ac:spMk id="2" creationId="{0D0F512C-4228-407B-231A-118757CFB068}"/>
          </ac:spMkLst>
        </pc:spChg>
        <pc:spChg chg="mod">
          <ac:chgData name="Procko, Tyler T." userId="34c324ce-7d86-42b7-9036-9ad78cae068d" providerId="ADAL" clId="{844D210A-46FC-45AB-87F4-3014ACCE9C36}" dt="2022-12-12T19:29:29.240" v="6963" actId="123"/>
          <ac:spMkLst>
            <pc:docMk/>
            <pc:sldMk cId="3624128740" sldId="267"/>
            <ac:spMk id="3" creationId="{C12C7F56-1DA2-BBB7-CC8C-C7776FB57962}"/>
          </ac:spMkLst>
        </pc:spChg>
        <pc:picChg chg="add mod">
          <ac:chgData name="Procko, Tyler T." userId="34c324ce-7d86-42b7-9036-9ad78cae068d" providerId="ADAL" clId="{844D210A-46FC-45AB-87F4-3014ACCE9C36}" dt="2022-12-12T19:14:57.122" v="6005" actId="1076"/>
          <ac:picMkLst>
            <pc:docMk/>
            <pc:sldMk cId="3624128740" sldId="267"/>
            <ac:picMk id="4" creationId="{A0414840-3723-4D56-4BFE-1215C4740FBB}"/>
          </ac:picMkLst>
        </pc:picChg>
      </pc:sldChg>
      <pc:sldChg chg="addSp modSp new mod">
        <pc:chgData name="Procko, Tyler T." userId="34c324ce-7d86-42b7-9036-9ad78cae068d" providerId="ADAL" clId="{844D210A-46FC-45AB-87F4-3014ACCE9C36}" dt="2022-12-12T20:03:42.595" v="8159" actId="20577"/>
        <pc:sldMkLst>
          <pc:docMk/>
          <pc:sldMk cId="2754421261" sldId="268"/>
        </pc:sldMkLst>
        <pc:spChg chg="mod">
          <ac:chgData name="Procko, Tyler T." userId="34c324ce-7d86-42b7-9036-9ad78cae068d" providerId="ADAL" clId="{844D210A-46FC-45AB-87F4-3014ACCE9C36}" dt="2022-12-12T17:09:29.617" v="329" actId="20577"/>
          <ac:spMkLst>
            <pc:docMk/>
            <pc:sldMk cId="2754421261" sldId="268"/>
            <ac:spMk id="2" creationId="{789C34D9-8CA2-6FD1-6945-FCD179839EA0}"/>
          </ac:spMkLst>
        </pc:spChg>
        <pc:spChg chg="mod">
          <ac:chgData name="Procko, Tyler T." userId="34c324ce-7d86-42b7-9036-9ad78cae068d" providerId="ADAL" clId="{844D210A-46FC-45AB-87F4-3014ACCE9C36}" dt="2022-12-12T20:03:42.595" v="8159" actId="20577"/>
          <ac:spMkLst>
            <pc:docMk/>
            <pc:sldMk cId="2754421261" sldId="268"/>
            <ac:spMk id="3" creationId="{0C1A6933-039D-8332-D637-D727596502B6}"/>
          </ac:spMkLst>
        </pc:spChg>
        <pc:picChg chg="add mod">
          <ac:chgData name="Procko, Tyler T." userId="34c324ce-7d86-42b7-9036-9ad78cae068d" providerId="ADAL" clId="{844D210A-46FC-45AB-87F4-3014ACCE9C36}" dt="2022-12-12T17:25:25.258" v="539" actId="1076"/>
          <ac:picMkLst>
            <pc:docMk/>
            <pc:sldMk cId="2754421261" sldId="268"/>
            <ac:picMk id="4" creationId="{2D787BCA-0FA2-A6FF-983A-B7DE416A2E58}"/>
          </ac:picMkLst>
        </pc:picChg>
      </pc:sldChg>
      <pc:sldChg chg="addSp modSp new mod">
        <pc:chgData name="Procko, Tyler T." userId="34c324ce-7d86-42b7-9036-9ad78cae068d" providerId="ADAL" clId="{844D210A-46FC-45AB-87F4-3014ACCE9C36}" dt="2022-12-12T20:22:54.750" v="9227" actId="1076"/>
        <pc:sldMkLst>
          <pc:docMk/>
          <pc:sldMk cId="3669031419" sldId="269"/>
        </pc:sldMkLst>
        <pc:spChg chg="mod">
          <ac:chgData name="Procko, Tyler T." userId="34c324ce-7d86-42b7-9036-9ad78cae068d" providerId="ADAL" clId="{844D210A-46FC-45AB-87F4-3014ACCE9C36}" dt="2022-12-12T17:09:39.553" v="351" actId="20577"/>
          <ac:spMkLst>
            <pc:docMk/>
            <pc:sldMk cId="3669031419" sldId="269"/>
            <ac:spMk id="2" creationId="{B417EEF7-67B7-8026-05CB-420CA561E30C}"/>
          </ac:spMkLst>
        </pc:spChg>
        <pc:spChg chg="mod">
          <ac:chgData name="Procko, Tyler T." userId="34c324ce-7d86-42b7-9036-9ad78cae068d" providerId="ADAL" clId="{844D210A-46FC-45AB-87F4-3014ACCE9C36}" dt="2022-12-12T19:49:04.237" v="8066" actId="404"/>
          <ac:spMkLst>
            <pc:docMk/>
            <pc:sldMk cId="3669031419" sldId="269"/>
            <ac:spMk id="3" creationId="{38733281-BBF0-4063-C589-3732581BDD11}"/>
          </ac:spMkLst>
        </pc:spChg>
        <pc:picChg chg="add mod">
          <ac:chgData name="Procko, Tyler T." userId="34c324ce-7d86-42b7-9036-9ad78cae068d" providerId="ADAL" clId="{844D210A-46FC-45AB-87F4-3014ACCE9C36}" dt="2022-12-12T20:22:54.750" v="9227" actId="1076"/>
          <ac:picMkLst>
            <pc:docMk/>
            <pc:sldMk cId="3669031419" sldId="269"/>
            <ac:picMk id="4" creationId="{2E445448-64F7-3C98-4CC8-59D08C5FB529}"/>
          </ac:picMkLst>
        </pc:picChg>
      </pc:sldChg>
      <pc:sldChg chg="addSp modSp new mod">
        <pc:chgData name="Procko, Tyler T." userId="34c324ce-7d86-42b7-9036-9ad78cae068d" providerId="ADAL" clId="{844D210A-46FC-45AB-87F4-3014ACCE9C36}" dt="2022-12-12T20:14:27.824" v="9043" actId="20577"/>
        <pc:sldMkLst>
          <pc:docMk/>
          <pc:sldMk cId="229463236" sldId="270"/>
        </pc:sldMkLst>
        <pc:spChg chg="mod">
          <ac:chgData name="Procko, Tyler T." userId="34c324ce-7d86-42b7-9036-9ad78cae068d" providerId="ADAL" clId="{844D210A-46FC-45AB-87F4-3014ACCE9C36}" dt="2022-12-12T17:09:48.041" v="376" actId="20577"/>
          <ac:spMkLst>
            <pc:docMk/>
            <pc:sldMk cId="229463236" sldId="270"/>
            <ac:spMk id="2" creationId="{4A066B99-B9F7-8520-A354-68EFF78C7C91}"/>
          </ac:spMkLst>
        </pc:spChg>
        <pc:spChg chg="mod">
          <ac:chgData name="Procko, Tyler T." userId="34c324ce-7d86-42b7-9036-9ad78cae068d" providerId="ADAL" clId="{844D210A-46FC-45AB-87F4-3014ACCE9C36}" dt="2022-12-12T20:14:27.824" v="9043" actId="20577"/>
          <ac:spMkLst>
            <pc:docMk/>
            <pc:sldMk cId="229463236" sldId="270"/>
            <ac:spMk id="3" creationId="{73B4C236-3F9A-29E2-3BA7-F3BD54A0AA11}"/>
          </ac:spMkLst>
        </pc:spChg>
        <pc:picChg chg="add mod">
          <ac:chgData name="Procko, Tyler T." userId="34c324ce-7d86-42b7-9036-9ad78cae068d" providerId="ADAL" clId="{844D210A-46FC-45AB-87F4-3014ACCE9C36}" dt="2022-12-12T19:43:35.611" v="7504" actId="1076"/>
          <ac:picMkLst>
            <pc:docMk/>
            <pc:sldMk cId="229463236" sldId="270"/>
            <ac:picMk id="4" creationId="{B5070BC0-B8F1-19B5-7C23-3F6789547AD1}"/>
          </ac:picMkLst>
        </pc:picChg>
      </pc:sldChg>
      <pc:sldChg chg="addSp modSp new mod">
        <pc:chgData name="Procko, Tyler T." userId="34c324ce-7d86-42b7-9036-9ad78cae068d" providerId="ADAL" clId="{844D210A-46FC-45AB-87F4-3014ACCE9C36}" dt="2022-12-12T20:04:01.603" v="8160" actId="1076"/>
        <pc:sldMkLst>
          <pc:docMk/>
          <pc:sldMk cId="2003089664" sldId="271"/>
        </pc:sldMkLst>
        <pc:spChg chg="mod">
          <ac:chgData name="Procko, Tyler T." userId="34c324ce-7d86-42b7-9036-9ad78cae068d" providerId="ADAL" clId="{844D210A-46FC-45AB-87F4-3014ACCE9C36}" dt="2022-12-12T17:09:59.304" v="412" actId="20577"/>
          <ac:spMkLst>
            <pc:docMk/>
            <pc:sldMk cId="2003089664" sldId="271"/>
            <ac:spMk id="2" creationId="{EF45C2C0-66A3-6E4D-EB08-6DB40AE47766}"/>
          </ac:spMkLst>
        </pc:spChg>
        <pc:spChg chg="mod">
          <ac:chgData name="Procko, Tyler T." userId="34c324ce-7d86-42b7-9036-9ad78cae068d" providerId="ADAL" clId="{844D210A-46FC-45AB-87F4-3014ACCE9C36}" dt="2022-12-12T19:49:37.424" v="8124" actId="20577"/>
          <ac:spMkLst>
            <pc:docMk/>
            <pc:sldMk cId="2003089664" sldId="271"/>
            <ac:spMk id="3" creationId="{53C6123F-50E6-16AD-1D37-D0867BE96145}"/>
          </ac:spMkLst>
        </pc:spChg>
        <pc:picChg chg="add mod">
          <ac:chgData name="Procko, Tyler T." userId="34c324ce-7d86-42b7-9036-9ad78cae068d" providerId="ADAL" clId="{844D210A-46FC-45AB-87F4-3014ACCE9C36}" dt="2022-12-12T20:04:01.603" v="8160" actId="1076"/>
          <ac:picMkLst>
            <pc:docMk/>
            <pc:sldMk cId="2003089664" sldId="271"/>
            <ac:picMk id="4" creationId="{65F774BF-6D03-0626-8A16-153DF49B1843}"/>
          </ac:picMkLst>
        </pc:picChg>
        <pc:picChg chg="add mod">
          <ac:chgData name="Procko, Tyler T." userId="34c324ce-7d86-42b7-9036-9ad78cae068d" providerId="ADAL" clId="{844D210A-46FC-45AB-87F4-3014ACCE9C36}" dt="2022-12-12T19:41:15.070" v="7499" actId="1076"/>
          <ac:picMkLst>
            <pc:docMk/>
            <pc:sldMk cId="2003089664" sldId="271"/>
            <ac:picMk id="5" creationId="{FB6BB788-37D6-E431-0DE9-6C301DB110AA}"/>
          </ac:picMkLst>
        </pc:picChg>
        <pc:picChg chg="add mod">
          <ac:chgData name="Procko, Tyler T." userId="34c324ce-7d86-42b7-9036-9ad78cae068d" providerId="ADAL" clId="{844D210A-46FC-45AB-87F4-3014ACCE9C36}" dt="2022-12-12T19:41:17.037" v="7500" actId="1076"/>
          <ac:picMkLst>
            <pc:docMk/>
            <pc:sldMk cId="2003089664" sldId="271"/>
            <ac:picMk id="6" creationId="{074F2168-D87F-6ACE-5B46-545C4A8428C6}"/>
          </ac:picMkLst>
        </pc:picChg>
      </pc:sldChg>
      <pc:sldChg chg="addSp delSp modSp new mod">
        <pc:chgData name="Procko, Tyler T." userId="34c324ce-7d86-42b7-9036-9ad78cae068d" providerId="ADAL" clId="{844D210A-46FC-45AB-87F4-3014ACCE9C36}" dt="2022-12-12T20:13:06.696" v="8892" actId="1036"/>
        <pc:sldMkLst>
          <pc:docMk/>
          <pc:sldMk cId="477442401" sldId="272"/>
        </pc:sldMkLst>
        <pc:spChg chg="mod">
          <ac:chgData name="Procko, Tyler T." userId="34c324ce-7d86-42b7-9036-9ad78cae068d" providerId="ADAL" clId="{844D210A-46FC-45AB-87F4-3014ACCE9C36}" dt="2022-12-12T17:10:11.648" v="429" actId="20577"/>
          <ac:spMkLst>
            <pc:docMk/>
            <pc:sldMk cId="477442401" sldId="272"/>
            <ac:spMk id="2" creationId="{820ACBE8-D406-600E-FED7-32084805D7D5}"/>
          </ac:spMkLst>
        </pc:spChg>
        <pc:spChg chg="del">
          <ac:chgData name="Procko, Tyler T." userId="34c324ce-7d86-42b7-9036-9ad78cae068d" providerId="ADAL" clId="{844D210A-46FC-45AB-87F4-3014ACCE9C36}" dt="2022-12-12T17:26:41.386" v="557"/>
          <ac:spMkLst>
            <pc:docMk/>
            <pc:sldMk cId="477442401" sldId="272"/>
            <ac:spMk id="3" creationId="{C290547C-EC6E-767D-C123-7DEB161423D1}"/>
          </ac:spMkLst>
        </pc:spChg>
        <pc:spChg chg="add mod">
          <ac:chgData name="Procko, Tyler T." userId="34c324ce-7d86-42b7-9036-9ad78cae068d" providerId="ADAL" clId="{844D210A-46FC-45AB-87F4-3014ACCE9C36}" dt="2022-12-12T20:13:02.401" v="8885" actId="20577"/>
          <ac:spMkLst>
            <pc:docMk/>
            <pc:sldMk cId="477442401" sldId="272"/>
            <ac:spMk id="5" creationId="{A49DFE04-C8C2-F7BE-27DC-8B5B679EA5A5}"/>
          </ac:spMkLst>
        </pc:spChg>
        <pc:graphicFrameChg chg="add mod modGraphic">
          <ac:chgData name="Procko, Tyler T." userId="34c324ce-7d86-42b7-9036-9ad78cae068d" providerId="ADAL" clId="{844D210A-46FC-45AB-87F4-3014ACCE9C36}" dt="2022-12-12T20:13:06.696" v="8892" actId="1036"/>
          <ac:graphicFrameMkLst>
            <pc:docMk/>
            <pc:sldMk cId="477442401" sldId="272"/>
            <ac:graphicFrameMk id="4" creationId="{7126BAEC-72DB-407C-6ABC-73FED7E478E0}"/>
          </ac:graphicFrameMkLst>
        </pc:graphicFrameChg>
      </pc:sldChg>
      <pc:sldChg chg="addSp modSp new mod">
        <pc:chgData name="Procko, Tyler T." userId="34c324ce-7d86-42b7-9036-9ad78cae068d" providerId="ADAL" clId="{844D210A-46FC-45AB-87F4-3014ACCE9C36}" dt="2022-12-12T20:06:08.393" v="8319" actId="20577"/>
        <pc:sldMkLst>
          <pc:docMk/>
          <pc:sldMk cId="2211071466" sldId="273"/>
        </pc:sldMkLst>
        <pc:spChg chg="mod">
          <ac:chgData name="Procko, Tyler T." userId="34c324ce-7d86-42b7-9036-9ad78cae068d" providerId="ADAL" clId="{844D210A-46FC-45AB-87F4-3014ACCE9C36}" dt="2022-12-12T17:10:19.648" v="441" actId="20577"/>
          <ac:spMkLst>
            <pc:docMk/>
            <pc:sldMk cId="2211071466" sldId="273"/>
            <ac:spMk id="2" creationId="{50AAD02E-AE7A-7E23-5461-CBBC62A01A01}"/>
          </ac:spMkLst>
        </pc:spChg>
        <pc:spChg chg="mod">
          <ac:chgData name="Procko, Tyler T." userId="34c324ce-7d86-42b7-9036-9ad78cae068d" providerId="ADAL" clId="{844D210A-46FC-45AB-87F4-3014ACCE9C36}" dt="2022-12-12T20:06:08.393" v="8319" actId="20577"/>
          <ac:spMkLst>
            <pc:docMk/>
            <pc:sldMk cId="2211071466" sldId="273"/>
            <ac:spMk id="3" creationId="{C42DC887-5292-6EFF-D22D-5EBE20A2B6A1}"/>
          </ac:spMkLst>
        </pc:spChg>
        <pc:graphicFrameChg chg="add mod">
          <ac:chgData name="Procko, Tyler T." userId="34c324ce-7d86-42b7-9036-9ad78cae068d" providerId="ADAL" clId="{844D210A-46FC-45AB-87F4-3014ACCE9C36}" dt="2022-12-12T20:05:48.606" v="8308" actId="1076"/>
          <ac:graphicFrameMkLst>
            <pc:docMk/>
            <pc:sldMk cId="2211071466" sldId="273"/>
            <ac:graphicFrameMk id="4" creationId="{0328FB1F-B215-AA5F-440F-0E3AAE23B69F}"/>
          </ac:graphicFrameMkLst>
        </pc:graphicFrameChg>
      </pc:sldChg>
      <pc:sldChg chg="addSp delSp modSp new mod">
        <pc:chgData name="Procko, Tyler T." userId="34c324ce-7d86-42b7-9036-9ad78cae068d" providerId="ADAL" clId="{844D210A-46FC-45AB-87F4-3014ACCE9C36}" dt="2022-12-12T20:06:25.348" v="8321" actId="1076"/>
        <pc:sldMkLst>
          <pc:docMk/>
          <pc:sldMk cId="1554832237" sldId="274"/>
        </pc:sldMkLst>
        <pc:spChg chg="mod">
          <ac:chgData name="Procko, Tyler T." userId="34c324ce-7d86-42b7-9036-9ad78cae068d" providerId="ADAL" clId="{844D210A-46FC-45AB-87F4-3014ACCE9C36}" dt="2022-12-12T17:10:26.216" v="465" actId="20577"/>
          <ac:spMkLst>
            <pc:docMk/>
            <pc:sldMk cId="1554832237" sldId="274"/>
            <ac:spMk id="2" creationId="{3FA6BD38-C271-F9B1-508D-F4CBE50A7914}"/>
          </ac:spMkLst>
        </pc:spChg>
        <pc:spChg chg="add del">
          <ac:chgData name="Procko, Tyler T." userId="34c324ce-7d86-42b7-9036-9ad78cae068d" providerId="ADAL" clId="{844D210A-46FC-45AB-87F4-3014ACCE9C36}" dt="2022-12-12T17:30:04.845" v="618"/>
          <ac:spMkLst>
            <pc:docMk/>
            <pc:sldMk cId="1554832237" sldId="274"/>
            <ac:spMk id="3" creationId="{945C68A1-E775-93BF-AB58-3B97CCB0A57D}"/>
          </ac:spMkLst>
        </pc:spChg>
        <pc:spChg chg="add del mod">
          <ac:chgData name="Procko, Tyler T." userId="34c324ce-7d86-42b7-9036-9ad78cae068d" providerId="ADAL" clId="{844D210A-46FC-45AB-87F4-3014ACCE9C36}" dt="2022-12-12T17:30:34.625" v="623"/>
          <ac:spMkLst>
            <pc:docMk/>
            <pc:sldMk cId="1554832237" sldId="274"/>
            <ac:spMk id="7" creationId="{F3C43AB3-A202-E3C3-9C34-64312951BFDD}"/>
          </ac:spMkLst>
        </pc:spChg>
        <pc:spChg chg="add mod">
          <ac:chgData name="Procko, Tyler T." userId="34c324ce-7d86-42b7-9036-9ad78cae068d" providerId="ADAL" clId="{844D210A-46FC-45AB-87F4-3014ACCE9C36}" dt="2022-12-12T19:47:17.585" v="8022" actId="404"/>
          <ac:spMkLst>
            <pc:docMk/>
            <pc:sldMk cId="1554832237" sldId="274"/>
            <ac:spMk id="8" creationId="{57C3A99E-3D34-3E31-0519-8586D2F00CD7}"/>
          </ac:spMkLst>
        </pc:spChg>
        <pc:graphicFrameChg chg="add del mod modGraphic">
          <ac:chgData name="Procko, Tyler T." userId="34c324ce-7d86-42b7-9036-9ad78cae068d" providerId="ADAL" clId="{844D210A-46FC-45AB-87F4-3014ACCE9C36}" dt="2022-12-12T17:30:00.688" v="615"/>
          <ac:graphicFrameMkLst>
            <pc:docMk/>
            <pc:sldMk cId="1554832237" sldId="274"/>
            <ac:graphicFrameMk id="4" creationId="{F95A12F6-8807-6456-D2CD-6653DC4ED5F7}"/>
          </ac:graphicFrameMkLst>
        </pc:graphicFrameChg>
        <pc:graphicFrameChg chg="add del mod">
          <ac:chgData name="Procko, Tyler T." userId="34c324ce-7d86-42b7-9036-9ad78cae068d" providerId="ADAL" clId="{844D210A-46FC-45AB-87F4-3014ACCE9C36}" dt="2022-12-12T17:30:03.186" v="617"/>
          <ac:graphicFrameMkLst>
            <pc:docMk/>
            <pc:sldMk cId="1554832237" sldId="274"/>
            <ac:graphicFrameMk id="5" creationId="{2F8C4BD1-2E46-0AD7-9322-3243A77BC24D}"/>
          </ac:graphicFrameMkLst>
        </pc:graphicFrameChg>
        <pc:graphicFrameChg chg="add mod modGraphic">
          <ac:chgData name="Procko, Tyler T." userId="34c324ce-7d86-42b7-9036-9ad78cae068d" providerId="ADAL" clId="{844D210A-46FC-45AB-87F4-3014ACCE9C36}" dt="2022-12-12T20:06:25.348" v="8321" actId="1076"/>
          <ac:graphicFrameMkLst>
            <pc:docMk/>
            <pc:sldMk cId="1554832237" sldId="274"/>
            <ac:graphicFrameMk id="6" creationId="{BBCB081E-3CC5-A5E2-E763-9C8FAA471214}"/>
          </ac:graphicFrameMkLst>
        </pc:graphicFrameChg>
      </pc:sldChg>
      <pc:sldChg chg="new del">
        <pc:chgData name="Procko, Tyler T." userId="34c324ce-7d86-42b7-9036-9ad78cae068d" providerId="ADAL" clId="{844D210A-46FC-45AB-87F4-3014ACCE9C36}" dt="2022-12-12T17:11:59.662" v="499" actId="680"/>
        <pc:sldMkLst>
          <pc:docMk/>
          <pc:sldMk cId="2972940700" sldId="275"/>
        </pc:sldMkLst>
      </pc:sldChg>
      <pc:sldChg chg="addSp delSp modSp new mod">
        <pc:chgData name="Procko, Tyler T." userId="34c324ce-7d86-42b7-9036-9ad78cae068d" providerId="ADAL" clId="{844D210A-46FC-45AB-87F4-3014ACCE9C36}" dt="2022-12-12T20:17:22.921" v="9044" actId="20577"/>
        <pc:sldMkLst>
          <pc:docMk/>
          <pc:sldMk cId="3101251559" sldId="275"/>
        </pc:sldMkLst>
        <pc:spChg chg="mod">
          <ac:chgData name="Procko, Tyler T." userId="34c324ce-7d86-42b7-9036-9ad78cae068d" providerId="ADAL" clId="{844D210A-46FC-45AB-87F4-3014ACCE9C36}" dt="2022-12-12T20:06:37.609" v="8333" actId="20577"/>
          <ac:spMkLst>
            <pc:docMk/>
            <pc:sldMk cId="3101251559" sldId="275"/>
            <ac:spMk id="2" creationId="{065262C6-9F0F-673C-CFCD-A1A4A7B2A6DB}"/>
          </ac:spMkLst>
        </pc:spChg>
        <pc:spChg chg="add del mod">
          <ac:chgData name="Procko, Tyler T." userId="34c324ce-7d86-42b7-9036-9ad78cae068d" providerId="ADAL" clId="{844D210A-46FC-45AB-87F4-3014ACCE9C36}" dt="2022-12-12T20:17:22.921" v="9044" actId="20577"/>
          <ac:spMkLst>
            <pc:docMk/>
            <pc:sldMk cId="3101251559" sldId="275"/>
            <ac:spMk id="3" creationId="{F6C3FA37-EB05-1486-F240-6E475B3633D1}"/>
          </ac:spMkLst>
        </pc:spChg>
        <pc:graphicFrameChg chg="add mod">
          <ac:chgData name="Procko, Tyler T." userId="34c324ce-7d86-42b7-9036-9ad78cae068d" providerId="ADAL" clId="{844D210A-46FC-45AB-87F4-3014ACCE9C36}" dt="2022-12-12T17:28:54.997" v="601" actId="1076"/>
          <ac:graphicFrameMkLst>
            <pc:docMk/>
            <pc:sldMk cId="3101251559" sldId="275"/>
            <ac:graphicFrameMk id="4" creationId="{18C5A9CE-37A8-0FE8-CED5-3A779F7EB0C4}"/>
          </ac:graphicFrameMkLst>
        </pc:graphicFrameChg>
      </pc:sldChg>
      <pc:sldChg chg="add del">
        <pc:chgData name="Procko, Tyler T." userId="34c324ce-7d86-42b7-9036-9ad78cae068d" providerId="ADAL" clId="{844D210A-46FC-45AB-87F4-3014ACCE9C36}" dt="2022-12-12T17:11:59.141" v="498" actId="2890"/>
        <pc:sldMkLst>
          <pc:docMk/>
          <pc:sldMk cId="2876239507" sldId="276"/>
        </pc:sldMkLst>
      </pc:sldChg>
      <pc:sldChg chg="modSp new mod">
        <pc:chgData name="Procko, Tyler T." userId="34c324ce-7d86-42b7-9036-9ad78cae068d" providerId="ADAL" clId="{844D210A-46FC-45AB-87F4-3014ACCE9C36}" dt="2022-12-12T20:26:50.304" v="9452" actId="20577"/>
        <pc:sldMkLst>
          <pc:docMk/>
          <pc:sldMk cId="3138865508" sldId="276"/>
        </pc:sldMkLst>
        <pc:spChg chg="mod">
          <ac:chgData name="Procko, Tyler T." userId="34c324ce-7d86-42b7-9036-9ad78cae068d" providerId="ADAL" clId="{844D210A-46FC-45AB-87F4-3014ACCE9C36}" dt="2022-12-12T17:27:54.369" v="590" actId="20577"/>
          <ac:spMkLst>
            <pc:docMk/>
            <pc:sldMk cId="3138865508" sldId="276"/>
            <ac:spMk id="2" creationId="{778228E8-4B44-F9B8-7267-CCBF3678044D}"/>
          </ac:spMkLst>
        </pc:spChg>
        <pc:spChg chg="mod">
          <ac:chgData name="Procko, Tyler T." userId="34c324ce-7d86-42b7-9036-9ad78cae068d" providerId="ADAL" clId="{844D210A-46FC-45AB-87F4-3014ACCE9C36}" dt="2022-12-12T20:26:50.304" v="9452" actId="20577"/>
          <ac:spMkLst>
            <pc:docMk/>
            <pc:sldMk cId="3138865508" sldId="276"/>
            <ac:spMk id="3" creationId="{99D409C2-8559-8B1B-1429-DF521409688F}"/>
          </ac:spMkLst>
        </pc:spChg>
      </pc:sldChg>
      <pc:sldChg chg="addSp modSp new mod">
        <pc:chgData name="Procko, Tyler T." userId="34c324ce-7d86-42b7-9036-9ad78cae068d" providerId="ADAL" clId="{844D210A-46FC-45AB-87F4-3014ACCE9C36}" dt="2022-12-12T20:11:48.153" v="8744" actId="20577"/>
        <pc:sldMkLst>
          <pc:docMk/>
          <pc:sldMk cId="1380012411" sldId="277"/>
        </pc:sldMkLst>
        <pc:spChg chg="mod">
          <ac:chgData name="Procko, Tyler T." userId="34c324ce-7d86-42b7-9036-9ad78cae068d" providerId="ADAL" clId="{844D210A-46FC-45AB-87F4-3014ACCE9C36}" dt="2022-12-12T19:00:32.310" v="5017" actId="123"/>
          <ac:spMkLst>
            <pc:docMk/>
            <pc:sldMk cId="1380012411" sldId="277"/>
            <ac:spMk id="2" creationId="{FDE39E68-C6DF-C7F8-AF64-C3CAE256736A}"/>
          </ac:spMkLst>
        </pc:spChg>
        <pc:spChg chg="mod">
          <ac:chgData name="Procko, Tyler T." userId="34c324ce-7d86-42b7-9036-9ad78cae068d" providerId="ADAL" clId="{844D210A-46FC-45AB-87F4-3014ACCE9C36}" dt="2022-12-12T20:11:48.153" v="8744" actId="20577"/>
          <ac:spMkLst>
            <pc:docMk/>
            <pc:sldMk cId="1380012411" sldId="277"/>
            <ac:spMk id="3" creationId="{2F3FA23E-0242-C4D6-BEF4-1B6B4410BEE8}"/>
          </ac:spMkLst>
        </pc:spChg>
        <pc:spChg chg="add mod">
          <ac:chgData name="Procko, Tyler T." userId="34c324ce-7d86-42b7-9036-9ad78cae068d" providerId="ADAL" clId="{844D210A-46FC-45AB-87F4-3014ACCE9C36}" dt="2022-12-12T19:47:47.544" v="8033" actId="1035"/>
          <ac:spMkLst>
            <pc:docMk/>
            <pc:sldMk cId="1380012411" sldId="277"/>
            <ac:spMk id="7" creationId="{3079F9DB-F6DC-09CE-7082-284B49603877}"/>
          </ac:spMkLst>
        </pc:spChg>
        <pc:spChg chg="add mod">
          <ac:chgData name="Procko, Tyler T." userId="34c324ce-7d86-42b7-9036-9ad78cae068d" providerId="ADAL" clId="{844D210A-46FC-45AB-87F4-3014ACCE9C36}" dt="2022-12-12T19:47:44.048" v="8030" actId="1035"/>
          <ac:spMkLst>
            <pc:docMk/>
            <pc:sldMk cId="1380012411" sldId="277"/>
            <ac:spMk id="8" creationId="{2D4C59E5-2EAA-A3C6-583B-CF1B7576FACE}"/>
          </ac:spMkLst>
        </pc:spChg>
        <pc:picChg chg="add mod modCrop">
          <ac:chgData name="Procko, Tyler T." userId="34c324ce-7d86-42b7-9036-9ad78cae068d" providerId="ADAL" clId="{844D210A-46FC-45AB-87F4-3014ACCE9C36}" dt="2022-12-12T19:03:41.407" v="5211" actId="1076"/>
          <ac:picMkLst>
            <pc:docMk/>
            <pc:sldMk cId="1380012411" sldId="277"/>
            <ac:picMk id="4" creationId="{5C1386B5-C7D3-C0A7-D116-48F5289343B5}"/>
          </ac:picMkLst>
        </pc:picChg>
        <pc:picChg chg="add mod modCrop">
          <ac:chgData name="Procko, Tyler T." userId="34c324ce-7d86-42b7-9036-9ad78cae068d" providerId="ADAL" clId="{844D210A-46FC-45AB-87F4-3014ACCE9C36}" dt="2022-12-12T19:03:41.407" v="5211" actId="1076"/>
          <ac:picMkLst>
            <pc:docMk/>
            <pc:sldMk cId="1380012411" sldId="277"/>
            <ac:picMk id="5" creationId="{485E7FF9-C381-038E-FC7F-FA5FDACD2082}"/>
          </ac:picMkLst>
        </pc:picChg>
        <pc:picChg chg="add mod">
          <ac:chgData name="Procko, Tyler T." userId="34c324ce-7d86-42b7-9036-9ad78cae068d" providerId="ADAL" clId="{844D210A-46FC-45AB-87F4-3014ACCE9C36}" dt="2022-12-12T19:03:41.407" v="5211" actId="1076"/>
          <ac:picMkLst>
            <pc:docMk/>
            <pc:sldMk cId="1380012411" sldId="277"/>
            <ac:picMk id="6" creationId="{58FC8298-794D-EEE2-F11D-23544B7008B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yerauedu-my.sharepoint.com/personal/prockot_my_erau_edu/Documents/college/2022zfall/MA453/project2/PROCKOT_MA553_PROJECTTIMING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myerauedu-my.sharepoint.com/personal/prockot_my_erau_edu/Documents/college/2022zfall/MA453/project2/PROCKOT_MA553_PROJECTTIMING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myerauedu-my.sharepoint.com/personal/prockot_my_erau_edu/Documents/college/2022zfall/MA453/project2/PROCKOT_MA553_PROJECTTIMING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u="sng"/>
              <a:t>Execution</a:t>
            </a:r>
            <a:r>
              <a:rPr lang="en-US" sz="1400" b="1" u="sng" baseline="0"/>
              <a:t> Time of Various Pythonic Implementations of </a:t>
            </a:r>
            <a:r>
              <a:rPr lang="en-US" sz="1400" b="1" u="sng"/>
              <a:t>Mandelbrot</a:t>
            </a:r>
            <a:r>
              <a:rPr lang="en-US" sz="1400" b="1" u="sng" baseline="0"/>
              <a:t> Calculation with Increasing Image Size</a:t>
            </a:r>
            <a:endParaRPr lang="en-US" sz="1400" b="1" u="sng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FullSuite!$A$3</c:f>
              <c:strCache>
                <c:ptCount val="1"/>
                <c:pt idx="0">
                  <c:v>Pure python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FullSuite!$B$3:$N$3</c:f>
              <c:numCache>
                <c:formatCode>General</c:formatCode>
                <c:ptCount val="13"/>
                <c:pt idx="0">
                  <c:v>3.4587618500000001</c:v>
                </c:pt>
                <c:pt idx="1">
                  <c:v>5.7366065499999896</c:v>
                </c:pt>
                <c:pt idx="2">
                  <c:v>9.2612451999999994</c:v>
                </c:pt>
                <c:pt idx="3">
                  <c:v>15.459674250000001</c:v>
                </c:pt>
                <c:pt idx="4">
                  <c:v>25.7230294999999</c:v>
                </c:pt>
                <c:pt idx="5">
                  <c:v>42.9055921</c:v>
                </c:pt>
                <c:pt idx="6">
                  <c:v>72.627826999999996</c:v>
                </c:pt>
                <c:pt idx="7">
                  <c:v>124.3313258</c:v>
                </c:pt>
                <c:pt idx="8">
                  <c:v>211.26995160000001</c:v>
                </c:pt>
                <c:pt idx="9">
                  <c:v>356.75727219999902</c:v>
                </c:pt>
                <c:pt idx="10">
                  <c:v>609.52182084999902</c:v>
                </c:pt>
                <c:pt idx="11">
                  <c:v>1042.8905662499999</c:v>
                </c:pt>
                <c:pt idx="12">
                  <c:v>1781.7634473989999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52-4D16-AEEF-B7295C68825A}"/>
            </c:ext>
          </c:extLst>
        </c:ser>
        <c:ser>
          <c:idx val="1"/>
          <c:order val="1"/>
          <c:tx>
            <c:strRef>
              <c:f>FullSuite!$A$4</c:f>
              <c:strCache>
                <c:ptCount val="1"/>
                <c:pt idx="0">
                  <c:v>Numpy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FullSuite!$B$4:$N$4</c:f>
              <c:numCache>
                <c:formatCode>General</c:formatCode>
                <c:ptCount val="13"/>
                <c:pt idx="0">
                  <c:v>1.2380204500000001</c:v>
                </c:pt>
                <c:pt idx="1">
                  <c:v>2.1222385500000001</c:v>
                </c:pt>
                <c:pt idx="2">
                  <c:v>3.5316964500000001</c:v>
                </c:pt>
                <c:pt idx="3">
                  <c:v>6.0936577999999901</c:v>
                </c:pt>
                <c:pt idx="4">
                  <c:v>10.510862449999999</c:v>
                </c:pt>
                <c:pt idx="5">
                  <c:v>17.50583</c:v>
                </c:pt>
                <c:pt idx="6">
                  <c:v>30.21821435</c:v>
                </c:pt>
                <c:pt idx="7">
                  <c:v>52.3552585999999</c:v>
                </c:pt>
                <c:pt idx="8">
                  <c:v>88.412654449999906</c:v>
                </c:pt>
                <c:pt idx="9">
                  <c:v>155.20459159999899</c:v>
                </c:pt>
                <c:pt idx="10">
                  <c:v>264.44281769999998</c:v>
                </c:pt>
                <c:pt idx="11">
                  <c:v>471.57996499000001</c:v>
                </c:pt>
                <c:pt idx="12">
                  <c:v>773.95967244899998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52-4D16-AEEF-B7295C68825A}"/>
            </c:ext>
          </c:extLst>
        </c:ser>
        <c:ser>
          <c:idx val="2"/>
          <c:order val="2"/>
          <c:tx>
            <c:strRef>
              <c:f>FullSuite!$A$5</c:f>
              <c:strCache>
                <c:ptCount val="1"/>
                <c:pt idx="0">
                  <c:v>Better Numpy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FullSuite!$B$5:$N$5</c:f>
              <c:numCache>
                <c:formatCode>General</c:formatCode>
                <c:ptCount val="13"/>
                <c:pt idx="0">
                  <c:v>0.76929979999999898</c:v>
                </c:pt>
                <c:pt idx="1">
                  <c:v>1.3353781999999901</c:v>
                </c:pt>
                <c:pt idx="2">
                  <c:v>2.1638948500000001</c:v>
                </c:pt>
                <c:pt idx="3">
                  <c:v>3.8112033499999902</c:v>
                </c:pt>
                <c:pt idx="4">
                  <c:v>6.5237389499999896</c:v>
                </c:pt>
                <c:pt idx="5">
                  <c:v>11.0245113499999</c:v>
                </c:pt>
                <c:pt idx="6">
                  <c:v>19.3076090499999</c:v>
                </c:pt>
                <c:pt idx="7">
                  <c:v>32.592711100000002</c:v>
                </c:pt>
                <c:pt idx="8">
                  <c:v>57.287323049999998</c:v>
                </c:pt>
                <c:pt idx="9">
                  <c:v>96.410581200000195</c:v>
                </c:pt>
                <c:pt idx="10">
                  <c:v>166.00259594999901</c:v>
                </c:pt>
                <c:pt idx="11">
                  <c:v>303.48232989899998</c:v>
                </c:pt>
                <c:pt idx="12">
                  <c:v>497.83267799999999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52-4D16-AEEF-B7295C68825A}"/>
            </c:ext>
          </c:extLst>
        </c:ser>
        <c:ser>
          <c:idx val="3"/>
          <c:order val="3"/>
          <c:tx>
            <c:strRef>
              <c:f>FullSuite!$A$6</c:f>
              <c:strCache>
                <c:ptCount val="1"/>
                <c:pt idx="0">
                  <c:v>Numba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FullSuite!$B$6:$N$6</c:f>
              <c:numCache>
                <c:formatCode>General</c:formatCode>
                <c:ptCount val="13"/>
                <c:pt idx="0">
                  <c:v>0.3095968999</c:v>
                </c:pt>
                <c:pt idx="1">
                  <c:v>0.11648345</c:v>
                </c:pt>
                <c:pt idx="2">
                  <c:v>0.195729500000005</c:v>
                </c:pt>
                <c:pt idx="3">
                  <c:v>0.32560109999999998</c:v>
                </c:pt>
                <c:pt idx="4">
                  <c:v>0.56264665000000402</c:v>
                </c:pt>
                <c:pt idx="5">
                  <c:v>0.95912999999998705</c:v>
                </c:pt>
                <c:pt idx="6">
                  <c:v>1.6117022999999899</c:v>
                </c:pt>
                <c:pt idx="7">
                  <c:v>2.7647121499999199</c:v>
                </c:pt>
                <c:pt idx="8">
                  <c:v>4.7564027500000003</c:v>
                </c:pt>
                <c:pt idx="9">
                  <c:v>7.9870695500001103</c:v>
                </c:pt>
                <c:pt idx="10">
                  <c:v>13.733302650000001</c:v>
                </c:pt>
                <c:pt idx="11">
                  <c:v>23.884585449999999</c:v>
                </c:pt>
                <c:pt idx="12">
                  <c:v>41.073679099899998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52-4D16-AEEF-B7295C68825A}"/>
            </c:ext>
          </c:extLst>
        </c:ser>
        <c:ser>
          <c:idx val="4"/>
          <c:order val="4"/>
          <c:tx>
            <c:strRef>
              <c:f>FullSuite!$A$7</c:f>
              <c:strCache>
                <c:ptCount val="1"/>
                <c:pt idx="0">
                  <c:v>Better Numba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FullSuite!$B$7:$N$7</c:f>
              <c:numCache>
                <c:formatCode>General</c:formatCode>
                <c:ptCount val="13"/>
                <c:pt idx="0">
                  <c:v>0.17995114999</c:v>
                </c:pt>
                <c:pt idx="1">
                  <c:v>0.11247159999999901</c:v>
                </c:pt>
                <c:pt idx="2">
                  <c:v>0.18766769999999799</c:v>
                </c:pt>
                <c:pt idx="3">
                  <c:v>0.319660100000007</c:v>
                </c:pt>
                <c:pt idx="4">
                  <c:v>0.54479010000000005</c:v>
                </c:pt>
                <c:pt idx="5">
                  <c:v>0.93932115000001204</c:v>
                </c:pt>
                <c:pt idx="6">
                  <c:v>1.5854020499999699</c:v>
                </c:pt>
                <c:pt idx="7">
                  <c:v>2.71655255000007</c:v>
                </c:pt>
                <c:pt idx="8">
                  <c:v>4.6494227499999798</c:v>
                </c:pt>
                <c:pt idx="9">
                  <c:v>7.8331428500000504</c:v>
                </c:pt>
                <c:pt idx="10">
                  <c:v>13.4487666500003</c:v>
                </c:pt>
                <c:pt idx="11">
                  <c:v>23.39370005</c:v>
                </c:pt>
                <c:pt idx="12">
                  <c:v>39.971612800000003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752-4D16-AEEF-B7295C68825A}"/>
            </c:ext>
          </c:extLst>
        </c:ser>
        <c:ser>
          <c:idx val="5"/>
          <c:order val="5"/>
          <c:tx>
            <c:strRef>
              <c:f>FullSuite!$A$8</c:f>
              <c:strCache>
                <c:ptCount val="1"/>
                <c:pt idx="0">
                  <c:v>Betterer Numba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FullSuite!$B$8:$N$8</c:f>
              <c:numCache>
                <c:formatCode>General</c:formatCode>
                <c:ptCount val="13"/>
                <c:pt idx="0">
                  <c:v>1.36148999E-2</c:v>
                </c:pt>
                <c:pt idx="1">
                  <c:v>2.15143500000003E-2</c:v>
                </c:pt>
                <c:pt idx="2">
                  <c:v>3.5250699999991697E-2</c:v>
                </c:pt>
                <c:pt idx="3">
                  <c:v>5.9871250000000403E-2</c:v>
                </c:pt>
                <c:pt idx="4">
                  <c:v>0.100575149999997</c:v>
                </c:pt>
                <c:pt idx="5">
                  <c:v>0.17121269999998301</c:v>
                </c:pt>
                <c:pt idx="6">
                  <c:v>0.288755249999951</c:v>
                </c:pt>
                <c:pt idx="7">
                  <c:v>0.48370705000013398</c:v>
                </c:pt>
                <c:pt idx="8">
                  <c:v>0.82192090000000895</c:v>
                </c:pt>
                <c:pt idx="9">
                  <c:v>1.39293244999998</c:v>
                </c:pt>
                <c:pt idx="10">
                  <c:v>2.3910993000004002</c:v>
                </c:pt>
                <c:pt idx="11">
                  <c:v>4.0628007999999998</c:v>
                </c:pt>
                <c:pt idx="12">
                  <c:v>6.9858611999900004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752-4D16-AEEF-B7295C68825A}"/>
            </c:ext>
          </c:extLst>
        </c:ser>
        <c:ser>
          <c:idx val="6"/>
          <c:order val="6"/>
          <c:tx>
            <c:strRef>
              <c:f>FullSuite!$A$9</c:f>
              <c:strCache>
                <c:ptCount val="1"/>
                <c:pt idx="0">
                  <c:v>Numexpr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FullSuite!$B$9:$N$9</c:f>
              <c:numCache>
                <c:formatCode>General</c:formatCode>
                <c:ptCount val="13"/>
                <c:pt idx="0">
                  <c:v>0.44957970000000003</c:v>
                </c:pt>
                <c:pt idx="1">
                  <c:v>0.74114439999999904</c:v>
                </c:pt>
                <c:pt idx="2">
                  <c:v>1.15487179999999</c:v>
                </c:pt>
                <c:pt idx="3">
                  <c:v>1.95189589999999</c:v>
                </c:pt>
                <c:pt idx="4">
                  <c:v>3.3751178500000001</c:v>
                </c:pt>
                <c:pt idx="5">
                  <c:v>5.7331306000000097</c:v>
                </c:pt>
                <c:pt idx="6">
                  <c:v>9.7286214999999707</c:v>
                </c:pt>
                <c:pt idx="7">
                  <c:v>17.058741900000001</c:v>
                </c:pt>
                <c:pt idx="8">
                  <c:v>28.010415550000001</c:v>
                </c:pt>
                <c:pt idx="9">
                  <c:v>47.6933956499999</c:v>
                </c:pt>
                <c:pt idx="10">
                  <c:v>82.744962999999601</c:v>
                </c:pt>
                <c:pt idx="11">
                  <c:v>143.66979760000001</c:v>
                </c:pt>
                <c:pt idx="12">
                  <c:v>243.92173074990001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52-4D16-AEEF-B7295C68825A}"/>
            </c:ext>
          </c:extLst>
        </c:ser>
        <c:ser>
          <c:idx val="7"/>
          <c:order val="7"/>
          <c:tx>
            <c:strRef>
              <c:f>FullSuite!$A$10</c:f>
              <c:strCache>
                <c:ptCount val="1"/>
                <c:pt idx="0">
                  <c:v>Cython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FullSuite!$B$10:$N$10</c:f>
              <c:numCache>
                <c:formatCode>General</c:formatCode>
                <c:ptCount val="13"/>
                <c:pt idx="0">
                  <c:v>6.7434098999999997E-2</c:v>
                </c:pt>
                <c:pt idx="1">
                  <c:v>0.113988300000002</c:v>
                </c:pt>
                <c:pt idx="2">
                  <c:v>0.19342944999999601</c:v>
                </c:pt>
                <c:pt idx="3">
                  <c:v>0.322770749999996</c:v>
                </c:pt>
                <c:pt idx="4">
                  <c:v>0.55821219999999905</c:v>
                </c:pt>
                <c:pt idx="5">
                  <c:v>0.950953700000013</c:v>
                </c:pt>
                <c:pt idx="6">
                  <c:v>1.60529185000001</c:v>
                </c:pt>
                <c:pt idx="7">
                  <c:v>2.7551583500000998</c:v>
                </c:pt>
                <c:pt idx="8">
                  <c:v>4.6249861500000398</c:v>
                </c:pt>
                <c:pt idx="9">
                  <c:v>8.01289780000001</c:v>
                </c:pt>
                <c:pt idx="10">
                  <c:v>13.742262249999801</c:v>
                </c:pt>
                <c:pt idx="11">
                  <c:v>23.383542500000001</c:v>
                </c:pt>
                <c:pt idx="12">
                  <c:v>40.204421398999997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752-4D16-AEEF-B7295C68825A}"/>
            </c:ext>
          </c:extLst>
        </c:ser>
        <c:ser>
          <c:idx val="8"/>
          <c:order val="8"/>
          <c:tx>
            <c:strRef>
              <c:f>FullSuite!$A$11</c:f>
              <c:strCache>
                <c:ptCount val="1"/>
                <c:pt idx="0">
                  <c:v>Multiprocessing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FullSuite!$B$11:$N$11</c:f>
              <c:numCache>
                <c:formatCode>General</c:formatCode>
                <c:ptCount val="13"/>
                <c:pt idx="0">
                  <c:v>1.34390044212341</c:v>
                </c:pt>
                <c:pt idx="1">
                  <c:v>1.6773254871368399</c:v>
                </c:pt>
                <c:pt idx="2">
                  <c:v>2.1781740188598602</c:v>
                </c:pt>
                <c:pt idx="3">
                  <c:v>2.9861531257629301</c:v>
                </c:pt>
                <c:pt idx="4">
                  <c:v>4.3953335285186697</c:v>
                </c:pt>
                <c:pt idx="5">
                  <c:v>6.1744041442870996</c:v>
                </c:pt>
                <c:pt idx="6">
                  <c:v>8.6583797931671107</c:v>
                </c:pt>
                <c:pt idx="7">
                  <c:v>13.5187053680419</c:v>
                </c:pt>
                <c:pt idx="8">
                  <c:v>18.773942470550502</c:v>
                </c:pt>
                <c:pt idx="9">
                  <c:v>26.895444631576499</c:v>
                </c:pt>
                <c:pt idx="10">
                  <c:v>39.302390098571699</c:v>
                </c:pt>
                <c:pt idx="11">
                  <c:v>56.779351949691701</c:v>
                </c:pt>
                <c:pt idx="12">
                  <c:v>83.265690803527804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E752-4D16-AEEF-B7295C688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3107215"/>
        <c:axId val="1353108879"/>
      </c:lineChart>
      <c:catAx>
        <c:axId val="13531072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Image Width/Height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3108879"/>
        <c:crosses val="autoZero"/>
        <c:auto val="1"/>
        <c:lblAlgn val="ctr"/>
        <c:lblOffset val="100"/>
        <c:noMultiLvlLbl val="0"/>
      </c:catAx>
      <c:valAx>
        <c:axId val="1353108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Time (seconds)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3107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u="sng"/>
              <a:t>Execution</a:t>
            </a:r>
            <a:r>
              <a:rPr lang="en-US" sz="1400" b="1" u="sng" baseline="0"/>
              <a:t> Time of Various Pythonic Implementations of </a:t>
            </a:r>
            <a:r>
              <a:rPr lang="en-US" sz="1400" b="1" u="sng"/>
              <a:t>Mandelbrot</a:t>
            </a:r>
            <a:r>
              <a:rPr lang="en-US" sz="1400" b="1" u="sng" baseline="0"/>
              <a:t> Calculation with Increasing Image Size</a:t>
            </a:r>
            <a:endParaRPr lang="en-US" sz="1400" b="1" u="sng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FullSuite!$A$3</c:f>
              <c:strCache>
                <c:ptCount val="1"/>
                <c:pt idx="0">
                  <c:v>Pure python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FullSuite!$B$3:$N$3</c:f>
              <c:numCache>
                <c:formatCode>General</c:formatCode>
                <c:ptCount val="13"/>
                <c:pt idx="0">
                  <c:v>3.4587618500000001</c:v>
                </c:pt>
                <c:pt idx="1">
                  <c:v>5.7366065499999896</c:v>
                </c:pt>
                <c:pt idx="2">
                  <c:v>9.2612451999999994</c:v>
                </c:pt>
                <c:pt idx="3">
                  <c:v>15.459674250000001</c:v>
                </c:pt>
                <c:pt idx="4">
                  <c:v>25.7230294999999</c:v>
                </c:pt>
                <c:pt idx="5">
                  <c:v>42.9055921</c:v>
                </c:pt>
                <c:pt idx="6">
                  <c:v>72.627826999999996</c:v>
                </c:pt>
                <c:pt idx="7">
                  <c:v>124.3313258</c:v>
                </c:pt>
                <c:pt idx="8">
                  <c:v>211.26995160000001</c:v>
                </c:pt>
                <c:pt idx="9">
                  <c:v>356.75727219999902</c:v>
                </c:pt>
                <c:pt idx="10">
                  <c:v>609.52182084999902</c:v>
                </c:pt>
                <c:pt idx="11">
                  <c:v>1042.8905662499999</c:v>
                </c:pt>
                <c:pt idx="12">
                  <c:v>1781.7634473989999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45-42AF-8AA5-EE967295F510}"/>
            </c:ext>
          </c:extLst>
        </c:ser>
        <c:ser>
          <c:idx val="1"/>
          <c:order val="1"/>
          <c:tx>
            <c:strRef>
              <c:f>FullSuite!$A$4</c:f>
              <c:strCache>
                <c:ptCount val="1"/>
                <c:pt idx="0">
                  <c:v>Numpy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FullSuite!$B$4:$N$4</c:f>
              <c:numCache>
                <c:formatCode>General</c:formatCode>
                <c:ptCount val="13"/>
                <c:pt idx="0">
                  <c:v>1.2380204500000001</c:v>
                </c:pt>
                <c:pt idx="1">
                  <c:v>2.1222385500000001</c:v>
                </c:pt>
                <c:pt idx="2">
                  <c:v>3.5316964500000001</c:v>
                </c:pt>
                <c:pt idx="3">
                  <c:v>6.0936577999999901</c:v>
                </c:pt>
                <c:pt idx="4">
                  <c:v>10.510862449999999</c:v>
                </c:pt>
                <c:pt idx="5">
                  <c:v>17.50583</c:v>
                </c:pt>
                <c:pt idx="6">
                  <c:v>30.21821435</c:v>
                </c:pt>
                <c:pt idx="7">
                  <c:v>52.3552585999999</c:v>
                </c:pt>
                <c:pt idx="8">
                  <c:v>88.412654449999906</c:v>
                </c:pt>
                <c:pt idx="9">
                  <c:v>155.20459159999899</c:v>
                </c:pt>
                <c:pt idx="10">
                  <c:v>264.44281769999998</c:v>
                </c:pt>
                <c:pt idx="11">
                  <c:v>471.57996499000001</c:v>
                </c:pt>
                <c:pt idx="12">
                  <c:v>773.95967244899998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45-42AF-8AA5-EE967295F510}"/>
            </c:ext>
          </c:extLst>
        </c:ser>
        <c:ser>
          <c:idx val="2"/>
          <c:order val="2"/>
          <c:tx>
            <c:strRef>
              <c:f>FullSuite!$A$5</c:f>
              <c:strCache>
                <c:ptCount val="1"/>
                <c:pt idx="0">
                  <c:v>Better Numpy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FullSuite!$B$5:$N$5</c:f>
              <c:numCache>
                <c:formatCode>General</c:formatCode>
                <c:ptCount val="13"/>
                <c:pt idx="0">
                  <c:v>0.76929979999999898</c:v>
                </c:pt>
                <c:pt idx="1">
                  <c:v>1.3353781999999901</c:v>
                </c:pt>
                <c:pt idx="2">
                  <c:v>2.1638948500000001</c:v>
                </c:pt>
                <c:pt idx="3">
                  <c:v>3.8112033499999902</c:v>
                </c:pt>
                <c:pt idx="4">
                  <c:v>6.5237389499999896</c:v>
                </c:pt>
                <c:pt idx="5">
                  <c:v>11.0245113499999</c:v>
                </c:pt>
                <c:pt idx="6">
                  <c:v>19.3076090499999</c:v>
                </c:pt>
                <c:pt idx="7">
                  <c:v>32.592711100000002</c:v>
                </c:pt>
                <c:pt idx="8">
                  <c:v>57.287323049999998</c:v>
                </c:pt>
                <c:pt idx="9">
                  <c:v>96.410581200000195</c:v>
                </c:pt>
                <c:pt idx="10">
                  <c:v>166.00259594999901</c:v>
                </c:pt>
                <c:pt idx="11">
                  <c:v>303.48232989899998</c:v>
                </c:pt>
                <c:pt idx="12">
                  <c:v>497.83267799999999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45-42AF-8AA5-EE967295F510}"/>
            </c:ext>
          </c:extLst>
        </c:ser>
        <c:ser>
          <c:idx val="3"/>
          <c:order val="3"/>
          <c:tx>
            <c:strRef>
              <c:f>FullSuite!$A$6</c:f>
              <c:strCache>
                <c:ptCount val="1"/>
                <c:pt idx="0">
                  <c:v>Numba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FullSuite!$B$6:$N$6</c:f>
              <c:numCache>
                <c:formatCode>General</c:formatCode>
                <c:ptCount val="13"/>
                <c:pt idx="0">
                  <c:v>0.3095968999</c:v>
                </c:pt>
                <c:pt idx="1">
                  <c:v>0.11648345</c:v>
                </c:pt>
                <c:pt idx="2">
                  <c:v>0.195729500000005</c:v>
                </c:pt>
                <c:pt idx="3">
                  <c:v>0.32560109999999998</c:v>
                </c:pt>
                <c:pt idx="4">
                  <c:v>0.56264665000000402</c:v>
                </c:pt>
                <c:pt idx="5">
                  <c:v>0.95912999999998705</c:v>
                </c:pt>
                <c:pt idx="6">
                  <c:v>1.6117022999999899</c:v>
                </c:pt>
                <c:pt idx="7">
                  <c:v>2.7647121499999199</c:v>
                </c:pt>
                <c:pt idx="8">
                  <c:v>4.7564027500000003</c:v>
                </c:pt>
                <c:pt idx="9">
                  <c:v>7.9870695500001103</c:v>
                </c:pt>
                <c:pt idx="10">
                  <c:v>13.733302650000001</c:v>
                </c:pt>
                <c:pt idx="11">
                  <c:v>23.884585449999999</c:v>
                </c:pt>
                <c:pt idx="12">
                  <c:v>41.073679099899998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645-42AF-8AA5-EE967295F510}"/>
            </c:ext>
          </c:extLst>
        </c:ser>
        <c:ser>
          <c:idx val="4"/>
          <c:order val="4"/>
          <c:tx>
            <c:strRef>
              <c:f>FullSuite!$A$7</c:f>
              <c:strCache>
                <c:ptCount val="1"/>
                <c:pt idx="0">
                  <c:v>Better Numba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FullSuite!$B$7:$N$7</c:f>
              <c:numCache>
                <c:formatCode>General</c:formatCode>
                <c:ptCount val="13"/>
                <c:pt idx="0">
                  <c:v>0.17995114999</c:v>
                </c:pt>
                <c:pt idx="1">
                  <c:v>0.11247159999999901</c:v>
                </c:pt>
                <c:pt idx="2">
                  <c:v>0.18766769999999799</c:v>
                </c:pt>
                <c:pt idx="3">
                  <c:v>0.319660100000007</c:v>
                </c:pt>
                <c:pt idx="4">
                  <c:v>0.54479010000000005</c:v>
                </c:pt>
                <c:pt idx="5">
                  <c:v>0.93932115000001204</c:v>
                </c:pt>
                <c:pt idx="6">
                  <c:v>1.5854020499999699</c:v>
                </c:pt>
                <c:pt idx="7">
                  <c:v>2.71655255000007</c:v>
                </c:pt>
                <c:pt idx="8">
                  <c:v>4.6494227499999798</c:v>
                </c:pt>
                <c:pt idx="9">
                  <c:v>7.8331428500000504</c:v>
                </c:pt>
                <c:pt idx="10">
                  <c:v>13.4487666500003</c:v>
                </c:pt>
                <c:pt idx="11">
                  <c:v>23.39370005</c:v>
                </c:pt>
                <c:pt idx="12">
                  <c:v>39.971612800000003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645-42AF-8AA5-EE967295F510}"/>
            </c:ext>
          </c:extLst>
        </c:ser>
        <c:ser>
          <c:idx val="5"/>
          <c:order val="5"/>
          <c:tx>
            <c:strRef>
              <c:f>FullSuite!$A$8</c:f>
              <c:strCache>
                <c:ptCount val="1"/>
                <c:pt idx="0">
                  <c:v>Betterer Numba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FullSuite!$B$8:$N$8</c:f>
              <c:numCache>
                <c:formatCode>General</c:formatCode>
                <c:ptCount val="13"/>
                <c:pt idx="0">
                  <c:v>1.36148999E-2</c:v>
                </c:pt>
                <c:pt idx="1">
                  <c:v>2.15143500000003E-2</c:v>
                </c:pt>
                <c:pt idx="2">
                  <c:v>3.5250699999991697E-2</c:v>
                </c:pt>
                <c:pt idx="3">
                  <c:v>5.9871250000000403E-2</c:v>
                </c:pt>
                <c:pt idx="4">
                  <c:v>0.100575149999997</c:v>
                </c:pt>
                <c:pt idx="5">
                  <c:v>0.17121269999998301</c:v>
                </c:pt>
                <c:pt idx="6">
                  <c:v>0.288755249999951</c:v>
                </c:pt>
                <c:pt idx="7">
                  <c:v>0.48370705000013398</c:v>
                </c:pt>
                <c:pt idx="8">
                  <c:v>0.82192090000000895</c:v>
                </c:pt>
                <c:pt idx="9">
                  <c:v>1.39293244999998</c:v>
                </c:pt>
                <c:pt idx="10">
                  <c:v>2.3910993000004002</c:v>
                </c:pt>
                <c:pt idx="11">
                  <c:v>4.0628007999999998</c:v>
                </c:pt>
                <c:pt idx="12">
                  <c:v>6.9858611999900004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645-42AF-8AA5-EE967295F510}"/>
            </c:ext>
          </c:extLst>
        </c:ser>
        <c:ser>
          <c:idx val="6"/>
          <c:order val="6"/>
          <c:tx>
            <c:strRef>
              <c:f>FullSuite!$A$9</c:f>
              <c:strCache>
                <c:ptCount val="1"/>
                <c:pt idx="0">
                  <c:v>Numexpr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FullSuite!$B$9:$N$9</c:f>
              <c:numCache>
                <c:formatCode>General</c:formatCode>
                <c:ptCount val="13"/>
                <c:pt idx="0">
                  <c:v>0.44957970000000003</c:v>
                </c:pt>
                <c:pt idx="1">
                  <c:v>0.74114439999999904</c:v>
                </c:pt>
                <c:pt idx="2">
                  <c:v>1.15487179999999</c:v>
                </c:pt>
                <c:pt idx="3">
                  <c:v>1.95189589999999</c:v>
                </c:pt>
                <c:pt idx="4">
                  <c:v>3.3751178500000001</c:v>
                </c:pt>
                <c:pt idx="5">
                  <c:v>5.7331306000000097</c:v>
                </c:pt>
                <c:pt idx="6">
                  <c:v>9.7286214999999707</c:v>
                </c:pt>
                <c:pt idx="7">
                  <c:v>17.058741900000001</c:v>
                </c:pt>
                <c:pt idx="8">
                  <c:v>28.010415550000001</c:v>
                </c:pt>
                <c:pt idx="9">
                  <c:v>47.6933956499999</c:v>
                </c:pt>
                <c:pt idx="10">
                  <c:v>82.744962999999601</c:v>
                </c:pt>
                <c:pt idx="11">
                  <c:v>143.66979760000001</c:v>
                </c:pt>
                <c:pt idx="12">
                  <c:v>243.92173074990001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645-42AF-8AA5-EE967295F510}"/>
            </c:ext>
          </c:extLst>
        </c:ser>
        <c:ser>
          <c:idx val="7"/>
          <c:order val="7"/>
          <c:tx>
            <c:strRef>
              <c:f>FullSuite!$A$10</c:f>
              <c:strCache>
                <c:ptCount val="1"/>
                <c:pt idx="0">
                  <c:v>Cython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FullSuite!$B$10:$N$10</c:f>
              <c:numCache>
                <c:formatCode>General</c:formatCode>
                <c:ptCount val="13"/>
                <c:pt idx="0">
                  <c:v>6.7434098999999997E-2</c:v>
                </c:pt>
                <c:pt idx="1">
                  <c:v>0.113988300000002</c:v>
                </c:pt>
                <c:pt idx="2">
                  <c:v>0.19342944999999601</c:v>
                </c:pt>
                <c:pt idx="3">
                  <c:v>0.322770749999996</c:v>
                </c:pt>
                <c:pt idx="4">
                  <c:v>0.55821219999999905</c:v>
                </c:pt>
                <c:pt idx="5">
                  <c:v>0.950953700000013</c:v>
                </c:pt>
                <c:pt idx="6">
                  <c:v>1.60529185000001</c:v>
                </c:pt>
                <c:pt idx="7">
                  <c:v>2.7551583500000998</c:v>
                </c:pt>
                <c:pt idx="8">
                  <c:v>4.6249861500000398</c:v>
                </c:pt>
                <c:pt idx="9">
                  <c:v>8.01289780000001</c:v>
                </c:pt>
                <c:pt idx="10">
                  <c:v>13.742262249999801</c:v>
                </c:pt>
                <c:pt idx="11">
                  <c:v>23.383542500000001</c:v>
                </c:pt>
                <c:pt idx="12">
                  <c:v>40.204421398999997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645-42AF-8AA5-EE967295F510}"/>
            </c:ext>
          </c:extLst>
        </c:ser>
        <c:ser>
          <c:idx val="8"/>
          <c:order val="8"/>
          <c:tx>
            <c:strRef>
              <c:f>FullSuite!$A$11</c:f>
              <c:strCache>
                <c:ptCount val="1"/>
                <c:pt idx="0">
                  <c:v>Multiprocessing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FullSuite!$B$1:$N$1</c:f>
              <c:numCache>
                <c:formatCode>General</c:formatCode>
                <c:ptCount val="13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</c:numCache>
            </c:numRef>
          </c:cat>
          <c:val>
            <c:numRef>
              <c:f>FullSuite!$B$11:$N$11</c:f>
              <c:numCache>
                <c:formatCode>General</c:formatCode>
                <c:ptCount val="13"/>
                <c:pt idx="0">
                  <c:v>1.34390044212341</c:v>
                </c:pt>
                <c:pt idx="1">
                  <c:v>1.6773254871368399</c:v>
                </c:pt>
                <c:pt idx="2">
                  <c:v>2.1781740188598602</c:v>
                </c:pt>
                <c:pt idx="3">
                  <c:v>2.9861531257629301</c:v>
                </c:pt>
                <c:pt idx="4">
                  <c:v>4.3953335285186697</c:v>
                </c:pt>
                <c:pt idx="5">
                  <c:v>6.1744041442870996</c:v>
                </c:pt>
                <c:pt idx="6">
                  <c:v>8.6583797931671107</c:v>
                </c:pt>
                <c:pt idx="7">
                  <c:v>13.5187053680419</c:v>
                </c:pt>
                <c:pt idx="8">
                  <c:v>18.773942470550502</c:v>
                </c:pt>
                <c:pt idx="9">
                  <c:v>26.895444631576499</c:v>
                </c:pt>
                <c:pt idx="10">
                  <c:v>39.302390098571699</c:v>
                </c:pt>
                <c:pt idx="11">
                  <c:v>56.779351949691701</c:v>
                </c:pt>
                <c:pt idx="12">
                  <c:v>83.265690803527804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6645-42AF-8AA5-EE967295F5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3107215"/>
        <c:axId val="1353108879"/>
      </c:lineChart>
      <c:catAx>
        <c:axId val="13531072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Image Width/Height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3108879"/>
        <c:crosses val="autoZero"/>
        <c:auto val="1"/>
        <c:lblAlgn val="ctr"/>
        <c:lblOffset val="100"/>
        <c:noMultiLvlLbl val="0"/>
      </c:catAx>
      <c:valAx>
        <c:axId val="1353108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Time (seconds)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3107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/>
              <a:t>Guvectorized</a:t>
            </a:r>
            <a:r>
              <a:rPr lang="en-US" b="1" u="sng" baseline="0"/>
              <a:t> Numba Mandelbrot Calculation Times with Increasing Image Size</a:t>
            </a:r>
            <a:endParaRPr lang="en-US" b="1" u="sng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1"/>
          <c:order val="1"/>
          <c:tx>
            <c:strRef>
              <c:f>GuvectorizedNumba!$C$1</c:f>
              <c:strCache>
                <c:ptCount val="1"/>
                <c:pt idx="0">
                  <c:v>Time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GuvectorizedNumba!$B$2:$B$21</c:f>
              <c:numCache>
                <c:formatCode>General</c:formatCode>
                <c:ptCount val="20"/>
                <c:pt idx="0">
                  <c:v>1000</c:v>
                </c:pt>
                <c:pt idx="1">
                  <c:v>1200</c:v>
                </c:pt>
                <c:pt idx="2">
                  <c:v>1440</c:v>
                </c:pt>
                <c:pt idx="3">
                  <c:v>1728</c:v>
                </c:pt>
                <c:pt idx="4">
                  <c:v>2073</c:v>
                </c:pt>
                <c:pt idx="5">
                  <c:v>2487</c:v>
                </c:pt>
                <c:pt idx="6">
                  <c:v>2984</c:v>
                </c:pt>
                <c:pt idx="7">
                  <c:v>3580</c:v>
                </c:pt>
                <c:pt idx="8">
                  <c:v>4296</c:v>
                </c:pt>
                <c:pt idx="9">
                  <c:v>5155</c:v>
                </c:pt>
                <c:pt idx="10">
                  <c:v>6186</c:v>
                </c:pt>
                <c:pt idx="11">
                  <c:v>7423</c:v>
                </c:pt>
                <c:pt idx="12">
                  <c:v>8907</c:v>
                </c:pt>
                <c:pt idx="13">
                  <c:v>10688</c:v>
                </c:pt>
                <c:pt idx="14">
                  <c:v>12825</c:v>
                </c:pt>
                <c:pt idx="15">
                  <c:v>15390</c:v>
                </c:pt>
                <c:pt idx="16">
                  <c:v>18468</c:v>
                </c:pt>
                <c:pt idx="17">
                  <c:v>22161</c:v>
                </c:pt>
                <c:pt idx="18">
                  <c:v>26593</c:v>
                </c:pt>
                <c:pt idx="19">
                  <c:v>31912</c:v>
                </c:pt>
              </c:numCache>
            </c:numRef>
          </c:cat>
          <c:val>
            <c:numRef>
              <c:f>GuvectorizedNumba!$C$2:$C$21</c:f>
              <c:numCache>
                <c:formatCode>General</c:formatCode>
                <c:ptCount val="20"/>
                <c:pt idx="0">
                  <c:v>1.35535999999999E-2</c:v>
                </c:pt>
                <c:pt idx="1">
                  <c:v>2.2773599999999901E-2</c:v>
                </c:pt>
                <c:pt idx="2">
                  <c:v>3.6867299999999999E-2</c:v>
                </c:pt>
                <c:pt idx="3">
                  <c:v>6.0337799999999997E-2</c:v>
                </c:pt>
                <c:pt idx="4">
                  <c:v>0.1020045</c:v>
                </c:pt>
                <c:pt idx="5">
                  <c:v>0.1762174</c:v>
                </c:pt>
                <c:pt idx="6">
                  <c:v>0.2849602</c:v>
                </c:pt>
                <c:pt idx="7">
                  <c:v>0.50259079999999901</c:v>
                </c:pt>
                <c:pt idx="8">
                  <c:v>0.82548180000000004</c:v>
                </c:pt>
                <c:pt idx="9">
                  <c:v>1.3979469</c:v>
                </c:pt>
                <c:pt idx="10">
                  <c:v>2.3902282000000001</c:v>
                </c:pt>
                <c:pt idx="11">
                  <c:v>4.0729120999999999</c:v>
                </c:pt>
                <c:pt idx="12">
                  <c:v>7.0249652999999901</c:v>
                </c:pt>
                <c:pt idx="13">
                  <c:v>11.9931160999999</c:v>
                </c:pt>
                <c:pt idx="14">
                  <c:v>20.596090499999999</c:v>
                </c:pt>
                <c:pt idx="15">
                  <c:v>35.425528700000001</c:v>
                </c:pt>
                <c:pt idx="16">
                  <c:v>60.937093599999898</c:v>
                </c:pt>
                <c:pt idx="17">
                  <c:v>104.646001099999</c:v>
                </c:pt>
                <c:pt idx="18">
                  <c:v>180.32782309999999</c:v>
                </c:pt>
                <c:pt idx="19">
                  <c:v>310.79332629999999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1E-4A6D-83C1-EE15D8777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4596495"/>
        <c:axId val="1294607311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GuvectorizedNumba!$B$1</c15:sqref>
                        </c15:formulaRef>
                      </c:ext>
                    </c:extLst>
                    <c:strCache>
                      <c:ptCount val="1"/>
                      <c:pt idx="0">
                        <c:v>W/H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GuvectorizedNumba!$B$2:$B$21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1000</c:v>
                      </c:pt>
                      <c:pt idx="1">
                        <c:v>1200</c:v>
                      </c:pt>
                      <c:pt idx="2">
                        <c:v>1440</c:v>
                      </c:pt>
                      <c:pt idx="3">
                        <c:v>1728</c:v>
                      </c:pt>
                      <c:pt idx="4">
                        <c:v>2073</c:v>
                      </c:pt>
                      <c:pt idx="5">
                        <c:v>2487</c:v>
                      </c:pt>
                      <c:pt idx="6">
                        <c:v>2984</c:v>
                      </c:pt>
                      <c:pt idx="7">
                        <c:v>3580</c:v>
                      </c:pt>
                      <c:pt idx="8">
                        <c:v>4296</c:v>
                      </c:pt>
                      <c:pt idx="9">
                        <c:v>5155</c:v>
                      </c:pt>
                      <c:pt idx="10">
                        <c:v>6186</c:v>
                      </c:pt>
                      <c:pt idx="11">
                        <c:v>7423</c:v>
                      </c:pt>
                      <c:pt idx="12">
                        <c:v>8907</c:v>
                      </c:pt>
                      <c:pt idx="13">
                        <c:v>10688</c:v>
                      </c:pt>
                      <c:pt idx="14">
                        <c:v>12825</c:v>
                      </c:pt>
                      <c:pt idx="15">
                        <c:v>15390</c:v>
                      </c:pt>
                      <c:pt idx="16">
                        <c:v>18468</c:v>
                      </c:pt>
                      <c:pt idx="17">
                        <c:v>22161</c:v>
                      </c:pt>
                      <c:pt idx="18">
                        <c:v>26593</c:v>
                      </c:pt>
                      <c:pt idx="19">
                        <c:v>31912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GuvectorizedNumba!$B$2:$B$21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1000</c:v>
                      </c:pt>
                      <c:pt idx="1">
                        <c:v>1200</c:v>
                      </c:pt>
                      <c:pt idx="2">
                        <c:v>1440</c:v>
                      </c:pt>
                      <c:pt idx="3">
                        <c:v>1728</c:v>
                      </c:pt>
                      <c:pt idx="4">
                        <c:v>2073</c:v>
                      </c:pt>
                      <c:pt idx="5">
                        <c:v>2487</c:v>
                      </c:pt>
                      <c:pt idx="6">
                        <c:v>2984</c:v>
                      </c:pt>
                      <c:pt idx="7">
                        <c:v>3580</c:v>
                      </c:pt>
                      <c:pt idx="8">
                        <c:v>4296</c:v>
                      </c:pt>
                      <c:pt idx="9">
                        <c:v>5155</c:v>
                      </c:pt>
                      <c:pt idx="10">
                        <c:v>6186</c:v>
                      </c:pt>
                      <c:pt idx="11">
                        <c:v>7423</c:v>
                      </c:pt>
                      <c:pt idx="12">
                        <c:v>8907</c:v>
                      </c:pt>
                      <c:pt idx="13">
                        <c:v>10688</c:v>
                      </c:pt>
                      <c:pt idx="14">
                        <c:v>12825</c:v>
                      </c:pt>
                      <c:pt idx="15">
                        <c:v>15390</c:v>
                      </c:pt>
                      <c:pt idx="16">
                        <c:v>18468</c:v>
                      </c:pt>
                      <c:pt idx="17">
                        <c:v>22161</c:v>
                      </c:pt>
                      <c:pt idx="18">
                        <c:v>26593</c:v>
                      </c:pt>
                      <c:pt idx="19">
                        <c:v>31912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611E-4A6D-83C1-EE15D8777ADC}"/>
                  </c:ext>
                </c:extLst>
              </c15:ser>
            </c15:filteredLineSeries>
          </c:ext>
        </c:extLst>
      </c:lineChart>
      <c:catAx>
        <c:axId val="12945964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Image Width/Height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607311"/>
        <c:crosses val="autoZero"/>
        <c:auto val="1"/>
        <c:lblAlgn val="ctr"/>
        <c:lblOffset val="100"/>
        <c:noMultiLvlLbl val="0"/>
      </c:catAx>
      <c:valAx>
        <c:axId val="129460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Time (seconds)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4596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4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2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9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3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8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1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6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4B6F3-D63B-4088-AC0C-1A91D7590BA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D4890-A6B7-4858-A914-858C89BA3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182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9BB3-7FE3-9FA9-8A95-891ADC348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Quickly Computing the Mandelbrot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CA3B0-2F99-6EE5-9320-2F12D53BE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MA553 – Dr. </a:t>
            </a:r>
            <a:r>
              <a:rPr lang="en-US" dirty="0" err="1"/>
              <a:t>Khanal</a:t>
            </a:r>
            <a:endParaRPr lang="en-US" dirty="0"/>
          </a:p>
          <a:p>
            <a:r>
              <a:rPr lang="en-US" dirty="0"/>
              <a:t>Fall 2022 Final Project</a:t>
            </a:r>
          </a:p>
          <a:p>
            <a:r>
              <a:rPr lang="en-US" dirty="0"/>
              <a:t>Tyler Procko</a:t>
            </a:r>
          </a:p>
        </p:txBody>
      </p:sp>
    </p:spTree>
    <p:extLst>
      <p:ext uri="{BB962C8B-B14F-4D97-AF65-F5344CB8AC3E}">
        <p14:creationId xmlns:p14="http://schemas.microsoft.com/office/powerpoint/2010/main" val="1967807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17FB-E2B5-6C3F-3647-F09E7479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Mandelbrot Set</a:t>
            </a:r>
          </a:p>
        </p:txBody>
      </p:sp>
      <p:pic>
        <p:nvPicPr>
          <p:cNvPr id="6" name="Content Placeholder 5" descr="A picture containing jellyfish&#10;&#10;Description automatically generated">
            <a:extLst>
              <a:ext uri="{FF2B5EF4-FFF2-40B4-BE49-F238E27FC236}">
                <a16:creationId xmlns:a16="http://schemas.microsoft.com/office/drawing/2014/main" id="{D23E4DF3-A0B7-081C-B504-578FAAD5C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610" y="177883"/>
            <a:ext cx="3402461" cy="2274372"/>
          </a:xfr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963CC5-D4BE-9DFC-D531-D345B8405E1F}"/>
              </a:ext>
            </a:extLst>
          </p:cNvPr>
          <p:cNvSpPr txBox="1"/>
          <p:nvPr/>
        </p:nvSpPr>
        <p:spPr>
          <a:xfrm>
            <a:off x="838200" y="1953492"/>
            <a:ext cx="77001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 set of complex numbers that forms a repeating fractal when plotted on the complex plane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Complex numbers are represented as a pair of numbers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</a:t>
            </a:r>
            <a:r>
              <a:rPr lang="en-US" sz="1600" dirty="0"/>
              <a:t>, of the form </a:t>
            </a:r>
          </a:p>
          <a:p>
            <a:pPr lvl="1"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 = a + bi</a:t>
            </a:r>
            <a:r>
              <a:rPr lang="en-US" sz="1600" dirty="0"/>
              <a:t>, where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/>
              <a:t> is the imaginary number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know if a complex number,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/>
              <a:t>, is part of the Mandelbrot set, perform the following calculation: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D012AF-A0D8-7C42-CFEF-F64C4FEB0FA1}"/>
                  </a:ext>
                </a:extLst>
              </p:cNvPr>
              <p:cNvSpPr txBox="1"/>
              <p:nvPr/>
            </p:nvSpPr>
            <p:spPr>
              <a:xfrm>
                <a:off x="1640774" y="3646263"/>
                <a:ext cx="6095010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 0</m:t>
                              </m:r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sup>
                              </m:sSub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D012AF-A0D8-7C42-CFEF-F64C4FEB0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774" y="3646263"/>
                <a:ext cx="6095010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C53E1AA-161C-54F4-A237-D2B54E172B41}"/>
              </a:ext>
            </a:extLst>
          </p:cNvPr>
          <p:cNvSpPr txBox="1"/>
          <p:nvPr/>
        </p:nvSpPr>
        <p:spPr>
          <a:xfrm>
            <a:off x="838200" y="4412921"/>
            <a:ext cx="77001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complex number,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/>
              <a:t>, is part of the Mandelbrot set if, for all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&gt; 0</a:t>
            </a:r>
            <a:r>
              <a:rPr lang="en-US" dirty="0"/>
              <a:t>, the absolute value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dirty="0"/>
              <a:t> </a:t>
            </a:r>
            <a:r>
              <a:rPr lang="en-US" dirty="0"/>
              <a:t>does not diverge to infinity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number of iterations it takes for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dirty="0"/>
              <a:t> </a:t>
            </a:r>
            <a:r>
              <a:rPr lang="en-US" dirty="0"/>
              <a:t>to diverge is called the </a:t>
            </a:r>
            <a:r>
              <a:rPr lang="en-US" i="1" u="sng" dirty="0"/>
              <a:t>escape count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Interesting to note: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On the complex plane, the Mandelbrot set fits within a circle of </a:t>
            </a:r>
            <a:r>
              <a:rPr lang="en-US" i="1" dirty="0"/>
              <a:t>with a radius of 2</a:t>
            </a:r>
            <a:r>
              <a:rPr lang="en-US" dirty="0"/>
              <a:t>, (the radius of divergence) which can be used as a hard limit for stopping computation</a:t>
            </a:r>
            <a:endParaRPr lang="en-US" i="1" dirty="0"/>
          </a:p>
        </p:txBody>
      </p:sp>
      <p:pic>
        <p:nvPicPr>
          <p:cNvPr id="11" name="Picture 10" descr="A picture containing dark, blur, light&#10;&#10;Description automatically generated">
            <a:extLst>
              <a:ext uri="{FF2B5EF4-FFF2-40B4-BE49-F238E27FC236}">
                <a16:creationId xmlns:a16="http://schemas.microsoft.com/office/drawing/2014/main" id="{3E5E09D6-76D9-3672-3500-968FEB96C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381" y="3424902"/>
            <a:ext cx="2991690" cy="2004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7447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F5EB-DCB7-3FD9-9653-A6F5C59F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4BE0DB2-637B-F571-09D1-47D69210EE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14900714"/>
                  </p:ext>
                </p:extLst>
              </p:nvPr>
            </p:nvGraphicFramePr>
            <p:xfrm>
              <a:off x="2579027" y="4453473"/>
              <a:ext cx="7033945" cy="203940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59725">
                      <a:extLst>
                        <a:ext uri="{9D8B030D-6E8A-4147-A177-3AD203B41FA5}">
                          <a16:colId xmlns:a16="http://schemas.microsoft.com/office/drawing/2014/main" val="1416633290"/>
                        </a:ext>
                      </a:extLst>
                    </a:gridCol>
                    <a:gridCol w="3859266">
                      <a:extLst>
                        <a:ext uri="{9D8B030D-6E8A-4147-A177-3AD203B41FA5}">
                          <a16:colId xmlns:a16="http://schemas.microsoft.com/office/drawing/2014/main" val="2846305513"/>
                        </a:ext>
                      </a:extLst>
                    </a:gridCol>
                    <a:gridCol w="1214954">
                      <a:extLst>
                        <a:ext uri="{9D8B030D-6E8A-4147-A177-3AD203B41FA5}">
                          <a16:colId xmlns:a16="http://schemas.microsoft.com/office/drawing/2014/main" val="1183596669"/>
                        </a:ext>
                      </a:extLst>
                    </a:gridCol>
                  </a:tblGrid>
                  <a:tr h="24531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Code / Graphical Setting 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Mathematical Equivalent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Value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26933526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Minimum X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Smallest real value a of complex </a:t>
                          </a:r>
                          <a14:m>
                            <m:oMath xmlns:m="http://schemas.openxmlformats.org/officeDocument/2006/math">
                              <m:r>
                                <a:rPr lang="en-US" sz="1000">
                                  <a:effectLst/>
                                </a:rPr>
                                <m:t>𝑐</m:t>
                              </m:r>
                              <m:r>
                                <a:rPr lang="en-US" sz="1000">
                                  <a:effectLst/>
                                </a:rPr>
                                <m:t>=(</m:t>
                              </m:r>
                              <m:r>
                                <a:rPr lang="en-US" sz="1000">
                                  <a:effectLst/>
                                </a:rPr>
                                <m:t>𝑎</m:t>
                              </m:r>
                              <m:r>
                                <a:rPr lang="en-US" sz="1000">
                                  <a:effectLst/>
                                </a:rPr>
                                <m:t>,</m:t>
                              </m:r>
                              <m:r>
                                <a:rPr lang="en-US" sz="1000">
                                  <a:effectLst/>
                                </a:rPr>
                                <m:t>𝑏</m:t>
                              </m:r>
                              <m:r>
                                <a:rPr lang="en-US" sz="10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-2.0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75770297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Maximum X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Largest real value a of complex </a:t>
                          </a:r>
                          <a14:m>
                            <m:oMath xmlns:m="http://schemas.openxmlformats.org/officeDocument/2006/math">
                              <m:r>
                                <a:rPr lang="en-US" sz="1000">
                                  <a:effectLst/>
                                </a:rPr>
                                <m:t>𝑐</m:t>
                              </m:r>
                              <m:r>
                                <a:rPr lang="en-US" sz="1000">
                                  <a:effectLst/>
                                </a:rPr>
                                <m:t>=(</m:t>
                              </m:r>
                              <m:r>
                                <a:rPr lang="en-US" sz="1000">
                                  <a:effectLst/>
                                </a:rPr>
                                <m:t>𝑎</m:t>
                              </m:r>
                              <m:r>
                                <a:rPr lang="en-US" sz="1000">
                                  <a:effectLst/>
                                </a:rPr>
                                <m:t>,</m:t>
                              </m:r>
                              <m:r>
                                <a:rPr lang="en-US" sz="1000">
                                  <a:effectLst/>
                                </a:rPr>
                                <m:t>𝑏</m:t>
                              </m:r>
                              <m:r>
                                <a:rPr lang="en-US" sz="10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0.5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9508510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Minimum Y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Smallest imaginary value b of complex </a:t>
                          </a:r>
                          <a14:m>
                            <m:oMath xmlns:m="http://schemas.openxmlformats.org/officeDocument/2006/math">
                              <m:r>
                                <a:rPr lang="en-US" sz="1000">
                                  <a:effectLst/>
                                </a:rPr>
                                <m:t>𝑐</m:t>
                              </m:r>
                              <m:r>
                                <a:rPr lang="en-US" sz="1000">
                                  <a:effectLst/>
                                </a:rPr>
                                <m:t>=(</m:t>
                              </m:r>
                              <m:r>
                                <a:rPr lang="en-US" sz="1000">
                                  <a:effectLst/>
                                </a:rPr>
                                <m:t>𝑎</m:t>
                              </m:r>
                              <m:r>
                                <a:rPr lang="en-US" sz="1000">
                                  <a:effectLst/>
                                </a:rPr>
                                <m:t>,</m:t>
                              </m:r>
                              <m:r>
                                <a:rPr lang="en-US" sz="1000">
                                  <a:effectLst/>
                                </a:rPr>
                                <m:t>𝑏</m:t>
                              </m:r>
                              <m:r>
                                <a:rPr lang="en-US" sz="10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-1.2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60575209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Maximum Y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Largest imaginary value b of complex </a:t>
                          </a:r>
                          <a14:m>
                            <m:oMath xmlns:m="http://schemas.openxmlformats.org/officeDocument/2006/math">
                              <m:r>
                                <a:rPr lang="en-US" sz="1000">
                                  <a:effectLst/>
                                </a:rPr>
                                <m:t>𝑐</m:t>
                              </m:r>
                              <m:r>
                                <a:rPr lang="en-US" sz="1000">
                                  <a:effectLst/>
                                </a:rPr>
                                <m:t>=(</m:t>
                              </m:r>
                              <m:r>
                                <a:rPr lang="en-US" sz="1000">
                                  <a:effectLst/>
                                </a:rPr>
                                <m:t>𝑎</m:t>
                              </m:r>
                              <m:r>
                                <a:rPr lang="en-US" sz="1000">
                                  <a:effectLst/>
                                </a:rPr>
                                <m:t>,</m:t>
                              </m:r>
                              <m:r>
                                <a:rPr lang="en-US" sz="1000">
                                  <a:effectLst/>
                                </a:rPr>
                                <m:t>𝑏</m:t>
                              </m:r>
                              <m:r>
                                <a:rPr lang="en-US" sz="10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-1.2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48216885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Image Width 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Number of real values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1000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81208773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Image Height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Number of imaginary values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1000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82653489"/>
                      </a:ext>
                    </a:extLst>
                  </a:tr>
                  <a:tr h="45628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Maximum Iterations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dirty="0">
                              <a:effectLst/>
                            </a:rPr>
                            <a:t>Limit for c values that do not diverge to infinity so code stops running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dirty="0">
                              <a:effectLst/>
                            </a:rPr>
                            <a:t>80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482137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4BE0DB2-637B-F571-09D1-47D69210EE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14900714"/>
                  </p:ext>
                </p:extLst>
              </p:nvPr>
            </p:nvGraphicFramePr>
            <p:xfrm>
              <a:off x="2579027" y="4453473"/>
              <a:ext cx="7033945" cy="203940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59725">
                      <a:extLst>
                        <a:ext uri="{9D8B030D-6E8A-4147-A177-3AD203B41FA5}">
                          <a16:colId xmlns:a16="http://schemas.microsoft.com/office/drawing/2014/main" val="1416633290"/>
                        </a:ext>
                      </a:extLst>
                    </a:gridCol>
                    <a:gridCol w="3859266">
                      <a:extLst>
                        <a:ext uri="{9D8B030D-6E8A-4147-A177-3AD203B41FA5}">
                          <a16:colId xmlns:a16="http://schemas.microsoft.com/office/drawing/2014/main" val="2846305513"/>
                        </a:ext>
                      </a:extLst>
                    </a:gridCol>
                    <a:gridCol w="1214954">
                      <a:extLst>
                        <a:ext uri="{9D8B030D-6E8A-4147-A177-3AD203B41FA5}">
                          <a16:colId xmlns:a16="http://schemas.microsoft.com/office/drawing/2014/main" val="1183596669"/>
                        </a:ext>
                      </a:extLst>
                    </a:gridCol>
                  </a:tblGrid>
                  <a:tr h="24531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Code / Graphical Setting 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Mathematical Equivalent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Value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26933526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Minimum X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1027" t="-127027" r="-32227" b="-7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-2.0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75770297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Maximum X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1027" t="-227027" r="-32227" b="-6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0.5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9508510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Minimum Y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1027" t="-327027" r="-32227" b="-5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-1.2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60575209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Maximum Y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1027" t="-438889" r="-32227" b="-4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-1.2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48216885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Image Width 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Number of real values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1000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81208773"/>
                      </a:ext>
                    </a:extLst>
                  </a:tr>
                  <a:tr h="22296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Image Height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Number of imaginary values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1000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82653489"/>
                      </a:ext>
                    </a:extLst>
                  </a:tr>
                  <a:tr h="45628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>
                              <a:effectLst/>
                            </a:rPr>
                            <a:t>Maximum Iterations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dirty="0">
                              <a:effectLst/>
                            </a:rPr>
                            <a:t>Limit for c values that do not diverge to infinity so code stops running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dirty="0">
                              <a:effectLst/>
                            </a:rPr>
                            <a:t>80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482137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BFB1ABB-08F9-B880-6533-0C98A682C287}"/>
              </a:ext>
            </a:extLst>
          </p:cNvPr>
          <p:cNvSpPr txBox="1"/>
          <p:nvPr/>
        </p:nvSpPr>
        <p:spPr>
          <a:xfrm>
            <a:off x="838199" y="1953492"/>
            <a:ext cx="10515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Mandelbrot set is not very interesting unless we plot it, so we need a large amount of values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Baseline is an image of 1000x1000 (1-million individual) pixels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code, each pixel is a complex number that is checked as being part of the Mandelbrot set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So, 1,000,000 complex numbers are checked up to 80 times each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Or until the number escapes (diverges to infinity)</a:t>
            </a:r>
          </a:p>
        </p:txBody>
      </p:sp>
    </p:spTree>
    <p:extLst>
      <p:ext uri="{BB962C8B-B14F-4D97-AF65-F5344CB8AC3E}">
        <p14:creationId xmlns:p14="http://schemas.microsoft.com/office/powerpoint/2010/main" val="27791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7754-A8C3-0690-CBE7-432FA3F0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Summary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328FB1F-B215-AA5F-440F-0E3AAE23B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528370"/>
              </p:ext>
            </p:extLst>
          </p:nvPr>
        </p:nvGraphicFramePr>
        <p:xfrm>
          <a:off x="1851313" y="1448790"/>
          <a:ext cx="8489373" cy="5044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06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F5EB-DCB7-3FD9-9653-A6F5C59F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Pure Python – 5.3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79CB-4146-2A20-F93C-3D78BE97D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5124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Pretty slow…</a:t>
            </a:r>
          </a:p>
          <a:p>
            <a:pPr algn="just"/>
            <a:r>
              <a:rPr lang="en-US" sz="2000" dirty="0"/>
              <a:t>Uses Python’s built-in </a:t>
            </a:r>
            <a:r>
              <a:rPr lang="en-US" sz="2000" i="1" dirty="0"/>
              <a:t>complex </a:t>
            </a:r>
            <a:r>
              <a:rPr lang="en-US" sz="2000" dirty="0"/>
              <a:t>type, which is an object</a:t>
            </a:r>
          </a:p>
          <a:p>
            <a:pPr lvl="1" algn="just"/>
            <a:r>
              <a:rPr lang="en-US" sz="1600" dirty="0"/>
              <a:t>Equivalent to doing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+ imaginary * 1j</a:t>
            </a:r>
          </a:p>
          <a:p>
            <a:pPr lvl="2" algn="just"/>
            <a:r>
              <a:rPr lang="en-US" sz="1200" dirty="0"/>
              <a:t>Python recognizes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200" i="1" dirty="0"/>
              <a:t> </a:t>
            </a:r>
            <a:r>
              <a:rPr lang="en-US" sz="1200" dirty="0"/>
              <a:t>after a number as meaning </a:t>
            </a:r>
            <a:r>
              <a:rPr lang="en-US" sz="1200" i="1" dirty="0"/>
              <a:t>imaginary</a:t>
            </a:r>
          </a:p>
          <a:p>
            <a:pPr lvl="1" algn="just"/>
            <a:r>
              <a:rPr lang="en-US" sz="1600" dirty="0"/>
              <a:t>Keep this in mind</a:t>
            </a:r>
          </a:p>
          <a:p>
            <a:pPr algn="just"/>
            <a:r>
              <a:rPr lang="en-US" sz="2000" dirty="0"/>
              <a:t>Changing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z ** 2 + c </a:t>
            </a:r>
            <a:r>
              <a:rPr lang="en-US" sz="2000" dirty="0"/>
              <a:t>to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z * z + c </a:t>
            </a:r>
            <a:r>
              <a:rPr lang="en-US" sz="2000" dirty="0"/>
              <a:t>improved speed around 40%, to 3.6 seconds</a:t>
            </a:r>
          </a:p>
          <a:p>
            <a:pPr lvl="1" algn="just"/>
            <a:r>
              <a:rPr lang="en-US" sz="1600" dirty="0"/>
              <a:t>This is a low-level optimization; Python square exponent calculations are slower than just multiplying the number by itself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D5F49E6-C6DF-427D-F2F5-DFBFAE2E9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779" y="2736691"/>
            <a:ext cx="4779010" cy="252920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0F5134D-0134-F95C-5950-04FF3A678B6F}"/>
              </a:ext>
            </a:extLst>
          </p:cNvPr>
          <p:cNvSpPr/>
          <p:nvPr/>
        </p:nvSpPr>
        <p:spPr>
          <a:xfrm>
            <a:off x="7303325" y="3693226"/>
            <a:ext cx="1128156" cy="1840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3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2E1F-776A-E767-C218-65E328BB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9B73-3FA6-CCEA-B2FE-7692EA034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438"/>
            <a:ext cx="3424518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Baseline acquired; now we profile</a:t>
            </a:r>
          </a:p>
          <a:p>
            <a:pPr algn="just"/>
            <a:r>
              <a:rPr lang="en-US" sz="2000" dirty="0"/>
              <a:t>The first function is the actual Mandelbrot code</a:t>
            </a:r>
          </a:p>
          <a:p>
            <a:pPr algn="just"/>
            <a:r>
              <a:rPr lang="en-US" sz="2000" dirty="0"/>
              <a:t>The second is the array setup</a:t>
            </a:r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A88C738-6B4C-0E2C-2BD7-AA963CC2B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628" y="148845"/>
            <a:ext cx="7579660" cy="376965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3EEF4C-3B9C-40E8-EC43-DE11788B37AC}"/>
              </a:ext>
            </a:extLst>
          </p:cNvPr>
          <p:cNvSpPr txBox="1">
            <a:spLocks/>
          </p:cNvSpPr>
          <p:nvPr/>
        </p:nvSpPr>
        <p:spPr>
          <a:xfrm>
            <a:off x="838200" y="4134777"/>
            <a:ext cx="11217087" cy="2544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/>
              <a:t>In the first:</a:t>
            </a:r>
          </a:p>
          <a:p>
            <a:pPr lvl="1" algn="just"/>
            <a:r>
              <a:rPr lang="en-US" sz="1600" dirty="0"/>
              <a:t>We can speed things up using NumPy array elementwise operations instead of a double for loop on a list</a:t>
            </a:r>
          </a:p>
          <a:p>
            <a:pPr algn="just"/>
            <a:r>
              <a:rPr lang="en-US" sz="2000" dirty="0"/>
              <a:t>In the second:</a:t>
            </a:r>
          </a:p>
          <a:p>
            <a:pPr lvl="1" algn="just"/>
            <a:r>
              <a:rPr lang="en-US" sz="1600" dirty="0"/>
              <a:t>The if statement Mandelbrot divergence check takes up most of the time, followed by the calculation of the new </a:t>
            </a:r>
            <a:r>
              <a:rPr lang="en-US" sz="1600" i="1" dirty="0"/>
              <a:t>z</a:t>
            </a:r>
          </a:p>
          <a:p>
            <a:pPr lvl="2" algn="just"/>
            <a:r>
              <a:rPr lang="en-US" sz="1200" dirty="0"/>
              <a:t>We can optimize if statements</a:t>
            </a:r>
          </a:p>
          <a:p>
            <a:pPr lvl="2" algn="just"/>
            <a:r>
              <a:rPr lang="en-US" sz="1200" dirty="0"/>
              <a:t>We can optimize the calculation of the new </a:t>
            </a:r>
            <a:r>
              <a:rPr lang="en-US" sz="1200" i="1" dirty="0"/>
              <a:t>z</a:t>
            </a:r>
            <a:endParaRPr lang="en-US" sz="1200" dirty="0"/>
          </a:p>
          <a:p>
            <a:pPr algn="just"/>
            <a:endParaRPr lang="en-US" sz="20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060A97-07FE-A2A6-F941-78ED9AC8B5FD}"/>
              </a:ext>
            </a:extLst>
          </p:cNvPr>
          <p:cNvSpPr/>
          <p:nvPr/>
        </p:nvSpPr>
        <p:spPr>
          <a:xfrm>
            <a:off x="6258297" y="1092530"/>
            <a:ext cx="1128156" cy="1840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B03A28-0A0C-73C4-09D7-F164A9A64C8A}"/>
              </a:ext>
            </a:extLst>
          </p:cNvPr>
          <p:cNvSpPr/>
          <p:nvPr/>
        </p:nvSpPr>
        <p:spPr>
          <a:xfrm>
            <a:off x="6258297" y="1370054"/>
            <a:ext cx="1128156" cy="1840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1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145F-94C5-CFD3-2AF9-467CE880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 – 1.85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6C1AB-2D78-7C3C-8F86-77720FDCF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3076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Uses the </a:t>
            </a:r>
            <a:r>
              <a:rPr lang="en-US" sz="2000" i="1" dirty="0" err="1"/>
              <a:t>np.where</a:t>
            </a:r>
            <a:r>
              <a:rPr lang="en-US" sz="2000" dirty="0"/>
              <a:t> function, which returns an array given a Boolean condition</a:t>
            </a:r>
          </a:p>
          <a:p>
            <a:pPr lvl="1" algn="just"/>
            <a:r>
              <a:rPr lang="en-US" sz="1600" dirty="0"/>
              <a:t>Faster than if statements</a:t>
            </a:r>
          </a:p>
          <a:p>
            <a:pPr algn="just"/>
            <a:r>
              <a:rPr lang="en-US" sz="2000" dirty="0"/>
              <a:t>Does not use Python’s </a:t>
            </a:r>
            <a:r>
              <a:rPr lang="en-US" sz="2000" i="1" dirty="0"/>
              <a:t>complex</a:t>
            </a:r>
            <a:r>
              <a:rPr lang="en-US" sz="2000" dirty="0"/>
              <a:t> object type, and instead constructs complex numbers manually</a:t>
            </a:r>
          </a:p>
          <a:p>
            <a:pPr lvl="1" algn="just"/>
            <a:r>
              <a:rPr lang="en-US" sz="1600" dirty="0"/>
              <a:t>Less Python class overhead means faster execution</a:t>
            </a:r>
          </a:p>
          <a:p>
            <a:pPr algn="just"/>
            <a:r>
              <a:rPr lang="en-US" sz="2000" dirty="0"/>
              <a:t>Uses a NumPy array for the complex numbers instead of a list</a:t>
            </a:r>
          </a:p>
          <a:p>
            <a:pPr lvl="1" algn="just"/>
            <a:r>
              <a:rPr lang="en-US" sz="1600" dirty="0"/>
              <a:t>Now we can call the Mandelbrot function on the entire array</a:t>
            </a:r>
          </a:p>
          <a:p>
            <a:pPr lvl="2" algn="just"/>
            <a:r>
              <a:rPr lang="en-US" sz="1200" dirty="0"/>
              <a:t>Fast!</a:t>
            </a:r>
          </a:p>
          <a:p>
            <a:pPr algn="just"/>
            <a:r>
              <a:rPr lang="en-US" sz="2000" dirty="0"/>
              <a:t>Specifying </a:t>
            </a:r>
            <a:r>
              <a:rPr lang="en-US" sz="2000" i="1" dirty="0" err="1"/>
              <a:t>dtype</a:t>
            </a:r>
            <a:r>
              <a:rPr lang="en-US" sz="2000" dirty="0"/>
              <a:t> declarations of </a:t>
            </a:r>
            <a:r>
              <a:rPr lang="en-US" sz="2000" i="1" dirty="0"/>
              <a:t>np.float32 </a:t>
            </a:r>
            <a:r>
              <a:rPr lang="en-US" sz="2000" dirty="0"/>
              <a:t>improved speed to 1.23 seconds</a:t>
            </a:r>
          </a:p>
          <a:p>
            <a:pPr lvl="1" algn="just"/>
            <a:r>
              <a:rPr lang="en-US" sz="1600" dirty="0"/>
              <a:t>This is because it was defaulting to </a:t>
            </a:r>
            <a:r>
              <a:rPr lang="en-US" sz="1600" i="1" dirty="0"/>
              <a:t>np.float64</a:t>
            </a:r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3FFAD11-7F24-196F-41AA-2F67D9626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28" y="1787525"/>
            <a:ext cx="4924425" cy="3282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18C170-F10E-87B4-4237-D6D7F6654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925" y="5926241"/>
            <a:ext cx="4619625" cy="3429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E055B16-ACCA-0281-35E6-96BC12156054}"/>
              </a:ext>
            </a:extLst>
          </p:cNvPr>
          <p:cNvSpPr/>
          <p:nvPr/>
        </p:nvSpPr>
        <p:spPr>
          <a:xfrm>
            <a:off x="4552208" y="5793576"/>
            <a:ext cx="1735776" cy="6082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8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1F85-43C4-DFAE-45EA-76946E54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</a:t>
            </a:r>
          </a:p>
        </p:txBody>
      </p:sp>
      <p:pic>
        <p:nvPicPr>
          <p:cNvPr id="4" name="Content Placeholder 3" descr="A picture containing chart&#10;&#10;Description automatically generated">
            <a:extLst>
              <a:ext uri="{FF2B5EF4-FFF2-40B4-BE49-F238E27FC236}">
                <a16:creationId xmlns:a16="http://schemas.microsoft.com/office/drawing/2014/main" id="{F70DE727-631B-340E-85F2-AE27C82B4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8450" y="161366"/>
            <a:ext cx="7569322" cy="651313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594E2B-5809-2157-2EC5-8022ABF36F46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3484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/>
              <a:t>Validation of the code’s accuracy with the default input values</a:t>
            </a:r>
          </a:p>
          <a:p>
            <a:pPr algn="just"/>
            <a:r>
              <a:rPr lang="en-US" sz="2000" dirty="0"/>
              <a:t>Yay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484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1F85-43C4-DFAE-45EA-76946E54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6AAA6-D34B-D6B3-0005-A4B02B16A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6013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You must Google interesting input values to get prettier visualizations</a:t>
            </a:r>
          </a:p>
          <a:p>
            <a:pPr algn="just"/>
            <a:r>
              <a:rPr lang="en-US" sz="2000" dirty="0"/>
              <a:t>Just trying random numbers often provides boring visualizations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A9734-973F-5F96-5856-350A8C97C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997" y="682831"/>
            <a:ext cx="6015056" cy="586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0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0B14-B518-9563-D0B3-37270856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NumPy - .85 seconds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7DDF7-2811-1A1D-F8B9-DED1B9BC5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495925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dirty="0"/>
                  <a:t>The biggest optimization here is in redoing the check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abs(z) &gt; 2</a:t>
                </a:r>
              </a:p>
              <a:p>
                <a:pPr lvl="1" algn="just"/>
                <a:r>
                  <a:rPr lang="en-US" sz="1600" dirty="0">
                    <a:cs typeface="Times New Roman" panose="02020603050405020304" pitchFamily="18" charset="0"/>
                  </a:rPr>
                  <a:t>Python’s </a:t>
                </a:r>
                <a:r>
                  <a:rPr lang="en-US" sz="1600" i="1" dirty="0">
                    <a:cs typeface="Times New Roman" panose="02020603050405020304" pitchFamily="18" charset="0"/>
                  </a:rPr>
                  <a:t>abs() </a:t>
                </a:r>
                <a:r>
                  <a:rPr lang="en-US" sz="1600" dirty="0">
                    <a:cs typeface="Times New Roman" panose="02020603050405020304" pitchFamily="18" charset="0"/>
                  </a:rPr>
                  <a:t>function has overhead and is very slow</a:t>
                </a:r>
              </a:p>
              <a:p>
                <a:pPr algn="just"/>
                <a:r>
                  <a:rPr lang="en-US" sz="2000" dirty="0">
                    <a:cs typeface="Times New Roman" panose="02020603050405020304" pitchFamily="18" charset="0"/>
                  </a:rPr>
                  <a:t>Recall, this is the divergence check: when the function is greater than 2 from the origin, it diverges to infinity</a:t>
                </a:r>
              </a:p>
              <a:p>
                <a:pPr algn="just"/>
                <a:endParaRPr lang="en-US" sz="2000" dirty="0"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000" dirty="0">
                    <a:cs typeface="Times New Roman" panose="02020603050405020304" pitchFamily="18" charset="0"/>
                  </a:rPr>
                  <a:t>We can replace this check with:</a:t>
                </a:r>
              </a:p>
              <a:p>
                <a:pPr marL="0" indent="0" algn="ctr">
                  <a:buNone/>
                </a:pPr>
                <a:r>
                  <a:rPr lang="en-US" sz="18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&gt;4</m:t>
                    </m:r>
                  </m:oMath>
                </a14:m>
                <a:endParaRPr lang="en-US" sz="2000" dirty="0"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000" dirty="0">
                    <a:cs typeface="Times New Roman" panose="02020603050405020304" pitchFamily="18" charset="0"/>
                  </a:rPr>
                  <a:t>This comes from the Pythagorean theorem</a:t>
                </a:r>
              </a:p>
              <a:p>
                <a:pPr algn="just"/>
                <a:r>
                  <a:rPr lang="en-US" sz="2000" dirty="0">
                    <a:cs typeface="Times New Roman" panose="02020603050405020304" pitchFamily="18" charset="0"/>
                  </a:rPr>
                  <a:t>We optimize it further by using NumPy’s </a:t>
                </a:r>
                <a:r>
                  <a:rPr lang="en-US" sz="2000" i="1" dirty="0">
                    <a:cs typeface="Times New Roman" panose="02020603050405020304" pitchFamily="18" charset="0"/>
                  </a:rPr>
                  <a:t>less() </a:t>
                </a:r>
                <a:r>
                  <a:rPr lang="en-US" sz="2000" dirty="0">
                    <a:cs typeface="Times New Roman" panose="02020603050405020304" pitchFamily="18" charset="0"/>
                  </a:rPr>
                  <a:t>function in place of standard &gt; or &lt;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7DDF7-2811-1A1D-F8B9-DED1B9BC5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495925" cy="4351338"/>
              </a:xfrm>
              <a:blipFill>
                <a:blip r:embed="rId2"/>
                <a:stretch>
                  <a:fillRect l="-999" t="-1401" r="-1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F67EA3E-92C8-EFBC-32BA-A651A1E9C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607" y="2423001"/>
            <a:ext cx="5495925" cy="315658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58626BD-3FFE-DED8-A318-901CC5133AD7}"/>
              </a:ext>
            </a:extLst>
          </p:cNvPr>
          <p:cNvSpPr/>
          <p:nvPr/>
        </p:nvSpPr>
        <p:spPr>
          <a:xfrm>
            <a:off x="7644127" y="3479470"/>
            <a:ext cx="3344883" cy="2671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6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43A7-D202-F41B-6377-F2644854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Numba</a:t>
            </a:r>
            <a:r>
              <a:rPr lang="en-US" dirty="0"/>
              <a:t> - .24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2BEC1-E935-8FD3-71F3-86F544CB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sz="2000" dirty="0"/>
              <a:t>Essentially the same as the pure Python code</a:t>
            </a:r>
          </a:p>
          <a:p>
            <a:r>
              <a:rPr lang="en-US" sz="2000" dirty="0"/>
              <a:t>Uses the Pythagorean theorem trick</a:t>
            </a:r>
          </a:p>
          <a:p>
            <a:r>
              <a:rPr lang="en-US" sz="2000" dirty="0"/>
              <a:t>Just adding the </a:t>
            </a:r>
            <a:r>
              <a:rPr lang="en-US" sz="2000" i="1" dirty="0"/>
              <a:t>@jit </a:t>
            </a:r>
            <a:r>
              <a:rPr lang="en-US" sz="2000" dirty="0"/>
              <a:t>decorator makes the code faster than anything thus far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B79BAF2-8F44-8197-3C19-FDF0A5F86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230" y="3152724"/>
            <a:ext cx="6227540" cy="354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1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512C-4228-407B-231A-118757CF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</a:t>
            </a:r>
            <a:r>
              <a:rPr lang="en-US" dirty="0" err="1"/>
              <a:t>Numba</a:t>
            </a:r>
            <a:r>
              <a:rPr lang="en-US" dirty="0"/>
              <a:t> - .14 seconds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C7F56-1DA2-BBB7-CC8C-C7776FB579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07355" cy="435133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000" dirty="0"/>
                  <a:t>Breaks up the complex into its real and imaginary parts</a:t>
                </a:r>
              </a:p>
              <a:p>
                <a:pPr lvl="1" algn="just"/>
                <a:r>
                  <a:rPr lang="en-US" sz="1600" dirty="0"/>
                  <a:t>Makes computing 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z * z + c </a:t>
                </a:r>
                <a:r>
                  <a:rPr lang="en-US" sz="1600" dirty="0"/>
                  <a:t>faster</a:t>
                </a:r>
                <a:endParaRPr lang="en-US" sz="2000" dirty="0"/>
              </a:p>
              <a:p>
                <a:pPr algn="just"/>
                <a:r>
                  <a:rPr lang="en-US" sz="2000" dirty="0"/>
                  <a:t>Consider a complex number,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+ bi</a:t>
                </a:r>
              </a:p>
              <a:p>
                <a:pPr lvl="1" algn="just"/>
                <a:r>
                  <a:rPr lang="en-US" sz="1600" dirty="0"/>
                  <a:t>Squaring it produces </a:t>
                </a:r>
              </a:p>
              <a:p>
                <a:pPr marL="457200" lvl="1" indent="0" algn="just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0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𝑎𝑏</m:t>
                          </m:r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</m:oMath>
                  </m:oMathPara>
                </a14:m>
                <a:endParaRPr lang="en-US" sz="1600" dirty="0"/>
              </a:p>
              <a:p>
                <a:pPr lvl="1" algn="just"/>
                <a:r>
                  <a:rPr lang="en-US" sz="1600" dirty="0"/>
                  <a:t>To calculate the next </a:t>
                </a:r>
                <a:r>
                  <a:rPr lang="en-US" sz="1600" i="1" dirty="0"/>
                  <a:t>z</a:t>
                </a:r>
                <a:r>
                  <a:rPr lang="en-US" sz="1600" dirty="0"/>
                  <a:t>:</a:t>
                </a:r>
              </a:p>
              <a:p>
                <a:pPr marL="457200" lvl="1" indent="0" algn="just">
                  <a:lnSpc>
                    <a:spcPct val="20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≡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𝑟𝑒𝑎𝑙𝑁𝑒𝑤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𝑖𝑚𝑎𝑔𝑁𝑒𝑤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𝑐𝑅𝑒𝑎𝑙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 algn="just">
                  <a:lnSpc>
                    <a:spcPct val="20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𝑎𝑏</m:t>
                          </m:r>
                        </m:e>
                      </m: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≡2∗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𝑟𝑒𝑎𝑙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𝑖𝑚𝑎𝑔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𝑐𝐼𝑚𝑎𝑔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C7F56-1DA2-BBB7-CC8C-C7776FB579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07355" cy="4351338"/>
              </a:xfrm>
              <a:blipFill>
                <a:blip r:embed="rId2"/>
                <a:stretch>
                  <a:fillRect l="-997" t="-1401" r="-1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0414840-3723-4D56-4BFE-1215C4740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66" y="2135664"/>
            <a:ext cx="5507355" cy="373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28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34D9-8CA2-6FD1-6945-FCD17983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Guvectorized</a:t>
            </a:r>
            <a:r>
              <a:rPr lang="en-US" dirty="0"/>
              <a:t> </a:t>
            </a:r>
            <a:r>
              <a:rPr lang="en-US" dirty="0" err="1"/>
              <a:t>Numba</a:t>
            </a:r>
            <a:r>
              <a:rPr lang="en-US" dirty="0"/>
              <a:t> - .01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A6933-039D-8332-D637-D7275965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5876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</a:t>
            </a:r>
            <a:r>
              <a:rPr lang="en-US" sz="2000" i="1" dirty="0"/>
              <a:t>@guvectorize </a:t>
            </a:r>
            <a:r>
              <a:rPr lang="en-US" sz="2000" dirty="0"/>
              <a:t>decorator is </a:t>
            </a:r>
            <a:r>
              <a:rPr lang="en-US" sz="2000" dirty="0" err="1"/>
              <a:t>Numba’s</a:t>
            </a:r>
            <a:r>
              <a:rPr lang="en-US" sz="2000" dirty="0"/>
              <a:t> generalized universal function decorator, built specifically for parallelizing multi-dimensional array operations</a:t>
            </a:r>
          </a:p>
          <a:p>
            <a:pPr lvl="1" algn="just"/>
            <a:r>
              <a:rPr lang="en-US" sz="1800" dirty="0"/>
              <a:t>I.e., it’s exactly what we want</a:t>
            </a:r>
          </a:p>
          <a:p>
            <a:pPr algn="just"/>
            <a:r>
              <a:rPr lang="en-US" sz="2200" dirty="0"/>
              <a:t>Made a wrapper function because </a:t>
            </a:r>
            <a:r>
              <a:rPr lang="en-US" sz="2200" i="1" dirty="0"/>
              <a:t>@guvectorize </a:t>
            </a:r>
            <a:r>
              <a:rPr lang="en-US" sz="2200" dirty="0"/>
              <a:t>only takes arrays as input</a:t>
            </a:r>
          </a:p>
          <a:p>
            <a:pPr lvl="1" algn="just"/>
            <a:r>
              <a:rPr lang="en-US" sz="1800" dirty="0"/>
              <a:t>Everything else is the same as the last </a:t>
            </a:r>
            <a:r>
              <a:rPr lang="en-US" sz="1800" dirty="0" err="1"/>
              <a:t>Numba</a:t>
            </a:r>
            <a:r>
              <a:rPr lang="en-US" sz="1800" dirty="0"/>
              <a:t> code</a:t>
            </a:r>
          </a:p>
          <a:p>
            <a:pPr algn="just"/>
            <a:r>
              <a:rPr lang="en-US" sz="2000" dirty="0"/>
              <a:t>Recall, the pure Python code took over 5 seconds</a:t>
            </a:r>
          </a:p>
          <a:p>
            <a:pPr lvl="1" algn="just"/>
            <a:r>
              <a:rPr lang="en-US" sz="1800" dirty="0" err="1"/>
              <a:t>Numba</a:t>
            </a:r>
            <a:r>
              <a:rPr lang="en-US" sz="1800" dirty="0"/>
              <a:t> magic </a:t>
            </a:r>
            <a:r>
              <a:rPr lang="en-US" sz="1800" dirty="0">
                <a:sym typeface="Wingdings" panose="05000000000000000000" pitchFamily="2" charset="2"/>
              </a:rPr>
              <a:t></a:t>
            </a:r>
            <a:endParaRPr lang="en-US" sz="18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D787BCA-0FA2-A6FF-983A-B7DE416A2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659" y="1870551"/>
            <a:ext cx="5433060" cy="426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21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EEF7-67B7-8026-05CB-420CA561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Numexpr</a:t>
            </a:r>
            <a:r>
              <a:rPr lang="en-US" dirty="0"/>
              <a:t> - .45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33281-BBF0-4063-C589-3732581BD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Similar to the NumPy code</a:t>
            </a:r>
          </a:p>
          <a:p>
            <a:r>
              <a:rPr lang="en-US" sz="2000" dirty="0"/>
              <a:t>Just uses </a:t>
            </a:r>
            <a:r>
              <a:rPr lang="en-US" sz="2000" dirty="0" err="1"/>
              <a:t>Numexpr</a:t>
            </a:r>
            <a:endParaRPr lang="en-US" sz="2000" dirty="0"/>
          </a:p>
          <a:p>
            <a:r>
              <a:rPr lang="en-US" sz="2000" dirty="0"/>
              <a:t>Decently fast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E445448-64F7-3C98-4CC8-59D08C5FB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674" y="1998973"/>
            <a:ext cx="6242126" cy="400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31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6B99-B9F7-8520-A354-68EFF78C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Cython</a:t>
            </a:r>
            <a:r>
              <a:rPr lang="en-US" dirty="0"/>
              <a:t> - .06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4C236-3F9A-29E2-3BA7-F3BD54A0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8541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Typical </a:t>
            </a:r>
            <a:r>
              <a:rPr lang="en-US" sz="2000" dirty="0" err="1"/>
              <a:t>Cython</a:t>
            </a:r>
            <a:r>
              <a:rPr lang="en-US" sz="2000" dirty="0"/>
              <a:t> code</a:t>
            </a:r>
          </a:p>
          <a:p>
            <a:pPr algn="just"/>
            <a:r>
              <a:rPr lang="en-US" sz="2000" dirty="0"/>
              <a:t>Extremely fast with minimal effort</a:t>
            </a:r>
          </a:p>
          <a:p>
            <a:pPr algn="just"/>
            <a:r>
              <a:rPr lang="en-US" sz="2000" dirty="0"/>
              <a:t>Just takes a mapping of the Python code to </a:t>
            </a:r>
            <a:r>
              <a:rPr lang="en-US" sz="2000" i="1" dirty="0" err="1"/>
              <a:t>cdefs</a:t>
            </a:r>
            <a:endParaRPr lang="en-US" sz="2000" i="1" dirty="0"/>
          </a:p>
          <a:p>
            <a:pPr algn="just"/>
            <a:endParaRPr lang="en-US" sz="2000" i="1" dirty="0"/>
          </a:p>
          <a:p>
            <a:pPr algn="just"/>
            <a:r>
              <a:rPr lang="en-US" sz="2000" dirty="0"/>
              <a:t>Not parallelized (e.g., with </a:t>
            </a:r>
            <a:r>
              <a:rPr lang="en-US" sz="2000" i="1" dirty="0" err="1"/>
              <a:t>prange</a:t>
            </a:r>
            <a:r>
              <a:rPr lang="en-US" sz="2000" dirty="0"/>
              <a:t>)</a:t>
            </a:r>
          </a:p>
          <a:p>
            <a:pPr lvl="1" algn="just"/>
            <a:r>
              <a:rPr lang="en-US" sz="1600" dirty="0"/>
              <a:t>Kept getting classic </a:t>
            </a:r>
            <a:r>
              <a:rPr lang="en-US" sz="1600" i="1" dirty="0"/>
              <a:t>GIL</a:t>
            </a:r>
            <a:r>
              <a:rPr lang="en-US" sz="1600" dirty="0"/>
              <a:t> errors</a:t>
            </a:r>
          </a:p>
          <a:p>
            <a:pPr algn="just"/>
            <a:r>
              <a:rPr lang="en-US" sz="2000" dirty="0"/>
              <a:t>Could definitely be made much faster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B5070BC0-B8F1-19B5-7C23-3F6789547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733" y="1903433"/>
            <a:ext cx="6329306" cy="419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3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5C2C0-66A3-6E4D-EB08-6DB40AE4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Multiprocessing – 1.34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6123F-50E6-16AD-1D37-D0867BE96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3282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All the codes thus far use a double for loop to generate complex numbers to be checked</a:t>
            </a:r>
          </a:p>
          <a:p>
            <a:pPr algn="just"/>
            <a:r>
              <a:rPr lang="en-US" sz="2000" dirty="0"/>
              <a:t>These complex numbers can be calculated independently of one another</a:t>
            </a:r>
          </a:p>
          <a:p>
            <a:pPr lvl="1" algn="just"/>
            <a:r>
              <a:rPr lang="en-US" sz="1600" dirty="0"/>
              <a:t>I.e., it is an embarrassingly parallel array population problem</a:t>
            </a:r>
          </a:p>
          <a:p>
            <a:pPr lvl="1" algn="just"/>
            <a:r>
              <a:rPr lang="en-US" sz="1600" dirty="0"/>
              <a:t>And the </a:t>
            </a:r>
            <a:r>
              <a:rPr lang="en-US" sz="1600" i="1" dirty="0"/>
              <a:t>parallel map </a:t>
            </a:r>
            <a:r>
              <a:rPr lang="en-US" sz="1600" dirty="0"/>
              <a:t>function can be used to aggregate all the results for every complex number</a:t>
            </a:r>
          </a:p>
          <a:p>
            <a:pPr lvl="1" algn="just"/>
            <a:endParaRPr lang="en-US" sz="1600" dirty="0"/>
          </a:p>
          <a:p>
            <a:pPr lvl="1" algn="just"/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r>
              <a:rPr lang="en-US" sz="1600" dirty="0"/>
              <a:t>                                         became...</a:t>
            </a:r>
          </a:p>
          <a:p>
            <a:pPr marL="457200" lvl="1" indent="0" algn="just">
              <a:buNone/>
            </a:pPr>
            <a:endParaRPr lang="en-US" sz="1600" dirty="0"/>
          </a:p>
          <a:p>
            <a:pPr algn="just"/>
            <a:endParaRPr lang="en-US" sz="2000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5F774BF-6D03-0626-8A16-153DF49B1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384" y="2581686"/>
            <a:ext cx="5372682" cy="2839216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B6BB788-37D6-E431-0DE9-6C301DB11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69" y="4311427"/>
            <a:ext cx="4570909" cy="597555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74F2168-D87F-6ACE-5B46-545C4A842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123" y="5317520"/>
            <a:ext cx="4581255" cy="60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89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CBE8-D406-600E-FED7-32084805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Timings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26BAEC-72DB-407C-6ABC-73FED7E47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946388"/>
              </p:ext>
            </p:extLst>
          </p:nvPr>
        </p:nvGraphicFramePr>
        <p:xfrm>
          <a:off x="1728414" y="3262832"/>
          <a:ext cx="8735172" cy="30641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19617">
                  <a:extLst>
                    <a:ext uri="{9D8B030D-6E8A-4147-A177-3AD203B41FA5}">
                      <a16:colId xmlns:a16="http://schemas.microsoft.com/office/drawing/2014/main" val="431465823"/>
                    </a:ext>
                  </a:extLst>
                </a:gridCol>
                <a:gridCol w="2281421">
                  <a:extLst>
                    <a:ext uri="{9D8B030D-6E8A-4147-A177-3AD203B41FA5}">
                      <a16:colId xmlns:a16="http://schemas.microsoft.com/office/drawing/2014/main" val="2981432637"/>
                    </a:ext>
                  </a:extLst>
                </a:gridCol>
                <a:gridCol w="2036650">
                  <a:extLst>
                    <a:ext uri="{9D8B030D-6E8A-4147-A177-3AD203B41FA5}">
                      <a16:colId xmlns:a16="http://schemas.microsoft.com/office/drawing/2014/main" val="369654803"/>
                    </a:ext>
                  </a:extLst>
                </a:gridCol>
                <a:gridCol w="1797484">
                  <a:extLst>
                    <a:ext uri="{9D8B030D-6E8A-4147-A177-3AD203B41FA5}">
                      <a16:colId xmlns:a16="http://schemas.microsoft.com/office/drawing/2014/main" val="4148644767"/>
                    </a:ext>
                  </a:extLst>
                </a:gridCol>
              </a:tblGrid>
              <a:tr h="567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Technique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Initial Timing (seconds)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% decrease from original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x speedup from original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7809013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Pure Python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3.6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5283149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Numpy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1.23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65.83%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2.93x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1368449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Better Numpy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.85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76.39%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4.24x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065536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Numba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93.33%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8909229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Better Numba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96.11%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25.71x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3296842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Betterer (guvectorized) Numba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99.72%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360x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3180759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Numexpr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.45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69670" algn="l"/>
                        </a:tabLst>
                      </a:pPr>
                      <a:r>
                        <a:rPr lang="en-US" sz="1000">
                          <a:effectLst/>
                        </a:rPr>
                        <a:t>87.5%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69670" algn="l"/>
                        </a:tabLst>
                      </a:pPr>
                      <a:r>
                        <a:rPr lang="en-US" sz="1000">
                          <a:effectLst/>
                        </a:rPr>
                        <a:t>8x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7328328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Cython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.06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98.33%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60x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028541"/>
                  </a:ext>
                </a:extLst>
              </a:tr>
              <a:tr h="27739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Multiprocessing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1.34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62.78%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2.69x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549640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9DFE04-C8C2-F7BE-27DC-8B5B679EA5A5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/>
              <a:t>Using my test suite, each technique was run 5x to get an average execution time instead of just one, to be more representative</a:t>
            </a:r>
          </a:p>
          <a:p>
            <a:pPr algn="just"/>
            <a:r>
              <a:rPr lang="en-US" sz="2000" dirty="0" err="1"/>
              <a:t>Guvectorized</a:t>
            </a:r>
            <a:r>
              <a:rPr lang="en-US" sz="2000" dirty="0"/>
              <a:t> </a:t>
            </a:r>
            <a:r>
              <a:rPr lang="en-US" sz="2000" dirty="0" err="1"/>
              <a:t>Numba</a:t>
            </a:r>
            <a:r>
              <a:rPr lang="en-US" sz="2000" dirty="0"/>
              <a:t> took .28% of the time as the pure Python code, a speedup of 360x</a:t>
            </a:r>
          </a:p>
        </p:txBody>
      </p:sp>
    </p:spTree>
    <p:extLst>
      <p:ext uri="{BB962C8B-B14F-4D97-AF65-F5344CB8AC3E}">
        <p14:creationId xmlns:p14="http://schemas.microsoft.com/office/powerpoint/2010/main" val="477442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D02E-AE7A-7E23-5461-CBBC62A01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C887-5292-6EFF-D22D-5EBE20A2B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Wrote some code to iteratively increase image size to see how the different methods scale</a:t>
            </a:r>
          </a:p>
          <a:p>
            <a:r>
              <a:rPr lang="en-US" sz="2000" dirty="0"/>
              <a:t>Took 30 minutes each run so I had to stop eventually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328FB1F-B215-AA5F-440F-0E3AAE23B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5880063"/>
              </p:ext>
            </p:extLst>
          </p:nvPr>
        </p:nvGraphicFramePr>
        <p:xfrm>
          <a:off x="1521024" y="2597686"/>
          <a:ext cx="9149952" cy="426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1071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BD38-C271-F9B1-508D-F4CBE50A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 (Cont.)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BCB081E-3CC5-A5E2-E763-9C8FAA471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525730"/>
              </p:ext>
            </p:extLst>
          </p:nvPr>
        </p:nvGraphicFramePr>
        <p:xfrm>
          <a:off x="2504879" y="3687286"/>
          <a:ext cx="7182242" cy="2805589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638540">
                  <a:extLst>
                    <a:ext uri="{9D8B030D-6E8A-4147-A177-3AD203B41FA5}">
                      <a16:colId xmlns:a16="http://schemas.microsoft.com/office/drawing/2014/main" val="894638855"/>
                    </a:ext>
                  </a:extLst>
                </a:gridCol>
                <a:gridCol w="1881899">
                  <a:extLst>
                    <a:ext uri="{9D8B030D-6E8A-4147-A177-3AD203B41FA5}">
                      <a16:colId xmlns:a16="http://schemas.microsoft.com/office/drawing/2014/main" val="2568882527"/>
                    </a:ext>
                  </a:extLst>
                </a:gridCol>
                <a:gridCol w="1862020">
                  <a:extLst>
                    <a:ext uri="{9D8B030D-6E8A-4147-A177-3AD203B41FA5}">
                      <a16:colId xmlns:a16="http://schemas.microsoft.com/office/drawing/2014/main" val="1351558237"/>
                    </a:ext>
                  </a:extLst>
                </a:gridCol>
                <a:gridCol w="1799783">
                  <a:extLst>
                    <a:ext uri="{9D8B030D-6E8A-4147-A177-3AD203B41FA5}">
                      <a16:colId xmlns:a16="http://schemas.microsoft.com/office/drawing/2014/main" val="1256223452"/>
                    </a:ext>
                  </a:extLst>
                </a:gridCol>
              </a:tblGrid>
              <a:tr h="71750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Technique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Timing in seconds (smallest input value)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Technique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Timing in seconds (largest input value)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0025545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effectLst/>
                        </a:rPr>
                        <a:t>Pure Python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3.46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Pure Python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1781.76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2517920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</a:rPr>
                        <a:t>Multiprocessing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1.34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Numpy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773.96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1810023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 err="1">
                          <a:effectLst/>
                        </a:rPr>
                        <a:t>Numpy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Better Numpy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497.83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9734002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</a:rPr>
                        <a:t>Better Numpy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.77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Numexpr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243.92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9824622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</a:rPr>
                        <a:t>Numexpr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.45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Multiprocessing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83.27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7065870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</a:rPr>
                        <a:t>Numba 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.31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Numba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41.07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531095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</a:rPr>
                        <a:t>Better Numba 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Cython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40.20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0823640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</a:rPr>
                        <a:t>Cython </a:t>
                      </a:r>
                      <a:endParaRPr lang="en-US" sz="11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.07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Better Numba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39.97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6748618"/>
                  </a:ext>
                </a:extLst>
              </a:tr>
              <a:tr h="232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 err="1">
                          <a:effectLst/>
                        </a:rPr>
                        <a:t>Guvectorized</a:t>
                      </a:r>
                      <a:r>
                        <a:rPr lang="en-US" sz="1100" b="0" dirty="0">
                          <a:effectLst/>
                        </a:rPr>
                        <a:t> </a:t>
                      </a:r>
                      <a:r>
                        <a:rPr lang="en-US" sz="1100" b="0" dirty="0" err="1">
                          <a:effectLst/>
                        </a:rPr>
                        <a:t>Numba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.01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Guvectorized Numba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6.99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438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C3A99E-3D34-3E31-0519-8586D2F00CD7}"/>
              </a:ext>
            </a:extLst>
          </p:cNvPr>
          <p:cNvSpPr txBox="1"/>
          <p:nvPr/>
        </p:nvSpPr>
        <p:spPr>
          <a:xfrm>
            <a:off x="838200" y="1757548"/>
            <a:ext cx="10515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Pure Python is slowest in all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Guvectorized</a:t>
            </a:r>
            <a:r>
              <a:rPr lang="en-US" sz="2000" dirty="0"/>
              <a:t> </a:t>
            </a:r>
            <a:r>
              <a:rPr lang="en-US" sz="2000" dirty="0" err="1"/>
              <a:t>Numba</a:t>
            </a:r>
            <a:r>
              <a:rPr lang="en-US" sz="2000" dirty="0"/>
              <a:t> is best in all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Cython</a:t>
            </a:r>
            <a:r>
              <a:rPr lang="en-US" sz="2000" dirty="0"/>
              <a:t> did very well in all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Multiprocessing began to do better with larger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Parallelization scales well, it seems</a:t>
            </a:r>
          </a:p>
        </p:txBody>
      </p:sp>
    </p:spTree>
    <p:extLst>
      <p:ext uri="{BB962C8B-B14F-4D97-AF65-F5344CB8AC3E}">
        <p14:creationId xmlns:p14="http://schemas.microsoft.com/office/powerpoint/2010/main" val="1554832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62C6-9F0F-673C-CFCD-A1A4A7B2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Guvectorized</a:t>
            </a:r>
            <a:r>
              <a:rPr lang="en-US" dirty="0"/>
              <a:t> </a:t>
            </a:r>
            <a:r>
              <a:rPr lang="en-US" dirty="0" err="1"/>
              <a:t>Numba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3FA37-EB05-1486-F240-6E475B363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5194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With an image of 32,000x32,000 pixels, </a:t>
            </a:r>
            <a:r>
              <a:rPr lang="en-US" sz="2000" dirty="0" err="1"/>
              <a:t>guvectorized</a:t>
            </a:r>
            <a:r>
              <a:rPr lang="en-US" sz="2000" dirty="0"/>
              <a:t> </a:t>
            </a:r>
            <a:r>
              <a:rPr lang="en-US" sz="2000" dirty="0" err="1"/>
              <a:t>Numba</a:t>
            </a:r>
            <a:r>
              <a:rPr lang="en-US" sz="2000" dirty="0"/>
              <a:t> only took 6 minutes</a:t>
            </a:r>
          </a:p>
          <a:p>
            <a:pPr lvl="1" algn="just"/>
            <a:r>
              <a:rPr lang="en-US" sz="1800" dirty="0"/>
              <a:t>This is </a:t>
            </a:r>
            <a:r>
              <a:rPr lang="en-US" sz="1800" i="1" dirty="0"/>
              <a:t>1-billion</a:t>
            </a:r>
            <a:r>
              <a:rPr lang="en-US" sz="1800" dirty="0"/>
              <a:t> complex numbers</a:t>
            </a:r>
          </a:p>
          <a:p>
            <a:pPr lvl="1" algn="just"/>
            <a:r>
              <a:rPr lang="en-US" sz="1800" dirty="0"/>
              <a:t>Recall, Pure Python took 6 minutes for a 5000x5000 image</a:t>
            </a:r>
          </a:p>
          <a:p>
            <a:pPr algn="just"/>
            <a:r>
              <a:rPr lang="en-US" sz="2200" dirty="0"/>
              <a:t>We get the benefit of an embarrassingly parallel array-heavy problem coupled with a JIT compiler</a:t>
            </a:r>
          </a:p>
          <a:p>
            <a:pPr algn="just"/>
            <a:r>
              <a:rPr lang="en-US" sz="2200" dirty="0" err="1"/>
              <a:t>Guvectorized</a:t>
            </a:r>
            <a:r>
              <a:rPr lang="en-US" sz="2200" dirty="0"/>
              <a:t> </a:t>
            </a:r>
            <a:r>
              <a:rPr lang="en-US" sz="2200" dirty="0" err="1"/>
              <a:t>Numba</a:t>
            </a:r>
            <a:r>
              <a:rPr lang="en-US" sz="2200" dirty="0"/>
              <a:t> is incredibly fast</a:t>
            </a:r>
          </a:p>
          <a:p>
            <a:pPr lvl="1" algn="just"/>
            <a:r>
              <a:rPr lang="en-US" sz="1800" dirty="0"/>
              <a:t>It beat every other optimization technique across every image size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8C5A9CE-37A8-0FE8-CED5-3A779F7EB0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955893"/>
              </p:ext>
            </p:extLst>
          </p:nvPr>
        </p:nvGraphicFramePr>
        <p:xfrm>
          <a:off x="6454240" y="2266156"/>
          <a:ext cx="5642758" cy="347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1251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9E68-C6DF-C7F8-AF64-C3CAE256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Biggest Future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A23E-0242-C4D6-BEF4-1B6B4410B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Split horizontally, the Mandelbrot set is </a:t>
            </a:r>
            <a:r>
              <a:rPr lang="en-US" sz="2000" i="1" dirty="0"/>
              <a:t>symmetrical</a:t>
            </a:r>
            <a:endParaRPr lang="en-US" sz="2000" dirty="0"/>
          </a:p>
          <a:p>
            <a:pPr algn="just"/>
            <a:r>
              <a:rPr lang="en-US" sz="2000" dirty="0"/>
              <a:t>I.e., we only need to compute </a:t>
            </a:r>
            <a:r>
              <a:rPr lang="en-US" sz="2000" i="1" dirty="0"/>
              <a:t>half </a:t>
            </a:r>
            <a:r>
              <a:rPr lang="en-US" sz="2000" dirty="0"/>
              <a:t>the Mandelbrot numbers, then mirror them, effectively cutting our number of computations in half!</a:t>
            </a:r>
          </a:p>
          <a:p>
            <a:pPr algn="just"/>
            <a:r>
              <a:rPr lang="en-US" sz="2000" dirty="0"/>
              <a:t>In code, compute the array of complexes like normal, but stop halfway through, then flip the array and append it to itself</a:t>
            </a:r>
          </a:p>
        </p:txBody>
      </p:sp>
      <p:pic>
        <p:nvPicPr>
          <p:cNvPr id="4" name="Content Placeholder 3" descr="A picture containing chart&#10;&#10;Description automatically generated">
            <a:extLst>
              <a:ext uri="{FF2B5EF4-FFF2-40B4-BE49-F238E27FC236}">
                <a16:creationId xmlns:a16="http://schemas.microsoft.com/office/drawing/2014/main" id="{5C1386B5-C7D3-C0A7-D116-48F5289343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6" t="3129" r="7900" b="4202"/>
          <a:stretch/>
        </p:blipFill>
        <p:spPr>
          <a:xfrm>
            <a:off x="6318123" y="3834175"/>
            <a:ext cx="2594308" cy="2590541"/>
          </a:xfrm>
          <a:prstGeom prst="rect">
            <a:avLst/>
          </a:prstGeom>
        </p:spPr>
      </p:pic>
      <p:pic>
        <p:nvPicPr>
          <p:cNvPr id="5" name="Content Placeholder 3" descr="A picture containing chart&#10;&#10;Description automatically generated">
            <a:extLst>
              <a:ext uri="{FF2B5EF4-FFF2-40B4-BE49-F238E27FC236}">
                <a16:creationId xmlns:a16="http://schemas.microsoft.com/office/drawing/2014/main" id="{485E7FF9-C381-038E-FC7F-FA5FDACD20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6" t="3129" r="7900" b="50786"/>
          <a:stretch/>
        </p:blipFill>
        <p:spPr>
          <a:xfrm>
            <a:off x="2520204" y="3602487"/>
            <a:ext cx="2594308" cy="1288290"/>
          </a:xfrm>
          <a:prstGeom prst="rect">
            <a:avLst/>
          </a:prstGeom>
        </p:spPr>
      </p:pic>
      <p:pic>
        <p:nvPicPr>
          <p:cNvPr id="6" name="Content Placeholder 3" descr="A picture containing chart&#10;&#10;Description automatically generated">
            <a:extLst>
              <a:ext uri="{FF2B5EF4-FFF2-40B4-BE49-F238E27FC236}">
                <a16:creationId xmlns:a16="http://schemas.microsoft.com/office/drawing/2014/main" id="{58FC8298-794D-EEE2-F11D-23544B7008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46" t="3129" r="7900" b="50786"/>
          <a:stretch/>
        </p:blipFill>
        <p:spPr>
          <a:xfrm flipV="1">
            <a:off x="2518852" y="5439767"/>
            <a:ext cx="2594311" cy="1288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79F9DB-F6DC-09CE-7082-284B49603877}"/>
              </a:ext>
            </a:extLst>
          </p:cNvPr>
          <p:cNvSpPr txBox="1"/>
          <p:nvPr/>
        </p:nvSpPr>
        <p:spPr>
          <a:xfrm>
            <a:off x="5526752" y="4855959"/>
            <a:ext cx="102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C59E5-2EAA-A3C6-583B-CF1B7576FACE}"/>
              </a:ext>
            </a:extLst>
          </p:cNvPr>
          <p:cNvSpPr txBox="1"/>
          <p:nvPr/>
        </p:nvSpPr>
        <p:spPr>
          <a:xfrm>
            <a:off x="3638809" y="4867025"/>
            <a:ext cx="102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380012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28E8-4B44-F9B8-7267-CCBF3678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409C2-8559-8B1B-1429-DF521409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2000" dirty="0"/>
              <a:t>Computer specs:</a:t>
            </a:r>
          </a:p>
          <a:p>
            <a:pPr lvl="1" algn="just"/>
            <a:r>
              <a:rPr lang="en-US" sz="1600" dirty="0"/>
              <a:t>OS: Windows 10</a:t>
            </a:r>
          </a:p>
          <a:p>
            <a:pPr lvl="1" algn="just"/>
            <a:r>
              <a:rPr lang="en-US" sz="1600" dirty="0"/>
              <a:t>CPU: i9-9900k @5.0GHz</a:t>
            </a:r>
          </a:p>
          <a:p>
            <a:pPr lvl="1" algn="just"/>
            <a:r>
              <a:rPr lang="en-US" sz="1600" dirty="0"/>
              <a:t>GPU: RTX 3080 10GB GDDR6</a:t>
            </a:r>
          </a:p>
          <a:p>
            <a:pPr lvl="1" algn="just"/>
            <a:r>
              <a:rPr lang="en-US" sz="1600" dirty="0"/>
              <a:t>RAM: </a:t>
            </a:r>
            <a:r>
              <a:rPr lang="en-US" sz="1600"/>
              <a:t>32GB DDR4 @3200MHz</a:t>
            </a:r>
            <a:endParaRPr lang="en-US" sz="16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Pretty fun problem with a nice visualization to check accuracy with</a:t>
            </a:r>
          </a:p>
          <a:p>
            <a:pPr algn="just"/>
            <a:r>
              <a:rPr lang="en-US" sz="2000" dirty="0"/>
              <a:t>Embarrassingly parallel problem, but with many low-level optimizations that were done</a:t>
            </a:r>
          </a:p>
          <a:p>
            <a:pPr algn="just"/>
            <a:r>
              <a:rPr lang="en-US" sz="2000" dirty="0"/>
              <a:t>A lot of potential future work</a:t>
            </a:r>
          </a:p>
          <a:p>
            <a:pPr lvl="1" algn="just"/>
            <a:r>
              <a:rPr lang="en-US" sz="1600" dirty="0"/>
              <a:t>E.g., </a:t>
            </a:r>
            <a:r>
              <a:rPr lang="en-US" sz="1600" dirty="0" err="1"/>
              <a:t>Pythran</a:t>
            </a:r>
            <a:r>
              <a:rPr lang="en-US" sz="1600" dirty="0"/>
              <a:t>/</a:t>
            </a:r>
            <a:r>
              <a:rPr lang="en-US" sz="1600" dirty="0" err="1"/>
              <a:t>PyPy</a:t>
            </a:r>
            <a:r>
              <a:rPr lang="en-US" sz="1600" dirty="0"/>
              <a:t> Interpreter, </a:t>
            </a:r>
            <a:r>
              <a:rPr lang="en-US" sz="1600" dirty="0" err="1"/>
              <a:t>PyCUDA</a:t>
            </a:r>
            <a:r>
              <a:rPr lang="en-US" sz="1600" dirty="0"/>
              <a:t>, </a:t>
            </a:r>
            <a:r>
              <a:rPr lang="en-US" sz="1600" dirty="0" err="1"/>
              <a:t>PyOpenCL</a:t>
            </a:r>
            <a:r>
              <a:rPr lang="en-US" sz="1600" dirty="0"/>
              <a:t>, </a:t>
            </a:r>
            <a:r>
              <a:rPr lang="en-US" sz="1600" dirty="0" err="1"/>
              <a:t>Tensorflow</a:t>
            </a:r>
            <a:r>
              <a:rPr lang="en-US" sz="1600" dirty="0"/>
              <a:t>, etc.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In the end, parallel </a:t>
            </a:r>
            <a:r>
              <a:rPr lang="en-US" sz="2000" dirty="0" err="1"/>
              <a:t>Numba</a:t>
            </a:r>
            <a:r>
              <a:rPr lang="en-US" sz="2000" dirty="0"/>
              <a:t> was the simplest and easiest</a:t>
            </a:r>
          </a:p>
          <a:p>
            <a:pPr lvl="1" algn="just"/>
            <a:r>
              <a:rPr lang="en-US" sz="1600" dirty="0"/>
              <a:t>Basically, just adding decorators and adhering to function input templates</a:t>
            </a:r>
          </a:p>
          <a:p>
            <a:pPr lvl="2" algn="just"/>
            <a:r>
              <a:rPr lang="en-US" sz="1200" dirty="0"/>
              <a:t>No significant change of code</a:t>
            </a:r>
          </a:p>
          <a:p>
            <a:pPr lvl="1" algn="just"/>
            <a:r>
              <a:rPr lang="en-US" sz="1600" dirty="0"/>
              <a:t>JIT compiler + automatic parallelization on large, independent array operations = blazing speed</a:t>
            </a:r>
          </a:p>
          <a:p>
            <a:pPr lvl="1" algn="just"/>
            <a:endParaRPr lang="en-US" sz="1600" dirty="0"/>
          </a:p>
          <a:p>
            <a:pPr algn="just"/>
            <a:r>
              <a:rPr lang="en-US" sz="2000" dirty="0"/>
              <a:t>Thank you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886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1570</Words>
  <Application>Microsoft Office PowerPoint</Application>
  <PresentationFormat>Widescreen</PresentationFormat>
  <Paragraphs>263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Office Theme</vt:lpstr>
      <vt:lpstr>Quickly Computing the Mandelbrot Numbers</vt:lpstr>
      <vt:lpstr>The Mandelbrot Set</vt:lpstr>
      <vt:lpstr>Input Values</vt:lpstr>
      <vt:lpstr>Quick Summary</vt:lpstr>
      <vt:lpstr>Baseline Pure Python – 5.3 seconds</vt:lpstr>
      <vt:lpstr>Profiling</vt:lpstr>
      <vt:lpstr>NumPy – 1.85 seconds</vt:lpstr>
      <vt:lpstr>Visualizations</vt:lpstr>
      <vt:lpstr>Visualizations (Cont.)</vt:lpstr>
      <vt:lpstr>Better NumPy - .85 seconds</vt:lpstr>
      <vt:lpstr>Numba - .24 seconds</vt:lpstr>
      <vt:lpstr>Better Numba - .14 seconds</vt:lpstr>
      <vt:lpstr>Guvectorized Numba - .01 seconds</vt:lpstr>
      <vt:lpstr>Numexpr - .45 seconds</vt:lpstr>
      <vt:lpstr>Cython - .06 seconds</vt:lpstr>
      <vt:lpstr>Multiprocessing – 1.34 seconds</vt:lpstr>
      <vt:lpstr>Initial Timings</vt:lpstr>
      <vt:lpstr>Scalability</vt:lpstr>
      <vt:lpstr>Scalability (Cont.)</vt:lpstr>
      <vt:lpstr>Guvectorized Numba</vt:lpstr>
      <vt:lpstr>Biggest Future Optimization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Quickly Computing the Mandelbrot Numbers</dc:title>
  <dc:creator>Tyler Procko</dc:creator>
  <cp:lastModifiedBy>Tyler Procko</cp:lastModifiedBy>
  <cp:revision>1</cp:revision>
  <dcterms:created xsi:type="dcterms:W3CDTF">2022-12-12T16:21:42Z</dcterms:created>
  <dcterms:modified xsi:type="dcterms:W3CDTF">2022-12-12T20:26:50Z</dcterms:modified>
</cp:coreProperties>
</file>